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21"/>
  </p:notesMasterIdLst>
  <p:handoutMasterIdLst>
    <p:handoutMasterId r:id="rId22"/>
  </p:handoutMasterIdLst>
  <p:sldIdLst>
    <p:sldId id="287" r:id="rId3"/>
    <p:sldId id="341" r:id="rId4"/>
    <p:sldId id="334" r:id="rId5"/>
    <p:sldId id="335" r:id="rId6"/>
    <p:sldId id="327" r:id="rId7"/>
    <p:sldId id="326" r:id="rId8"/>
    <p:sldId id="331" r:id="rId9"/>
    <p:sldId id="336" r:id="rId10"/>
    <p:sldId id="337" r:id="rId11"/>
    <p:sldId id="323" r:id="rId12"/>
    <p:sldId id="345" r:id="rId13"/>
    <p:sldId id="339" r:id="rId14"/>
    <p:sldId id="332" r:id="rId15"/>
    <p:sldId id="340" r:id="rId16"/>
    <p:sldId id="343" r:id="rId17"/>
    <p:sldId id="342" r:id="rId18"/>
    <p:sldId id="329" r:id="rId19"/>
    <p:sldId id="328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7514" userDrawn="1">
          <p15:clr>
            <a:srgbClr val="A4A3A4"/>
          </p15:clr>
        </p15:guide>
        <p15:guide id="4" pos="166" userDrawn="1">
          <p15:clr>
            <a:srgbClr val="A4A3A4"/>
          </p15:clr>
        </p15:guide>
        <p15:guide id="5" orient="horz" pos="168" userDrawn="1">
          <p15:clr>
            <a:srgbClr val="A4A3A4"/>
          </p15:clr>
        </p15:guide>
        <p15:guide id="7" pos="348" userDrawn="1">
          <p15:clr>
            <a:srgbClr val="A4A3A4"/>
          </p15:clr>
        </p15:guide>
        <p15:guide id="8" orient="horz" pos="411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A7DF"/>
    <a:srgbClr val="5C5E5E"/>
    <a:srgbClr val="BEAAF0"/>
    <a:srgbClr val="00A0E9"/>
    <a:srgbClr val="131D27"/>
    <a:srgbClr val="E5EFF8"/>
    <a:srgbClr val="D4D4D4"/>
    <a:srgbClr val="0168B9"/>
    <a:srgbClr val="41B79A"/>
    <a:srgbClr val="63D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>
        <p:guide orient="horz" pos="2160"/>
        <p:guide pos="3840"/>
        <p:guide pos="7514"/>
        <p:guide pos="166"/>
        <p:guide orient="horz" pos="168"/>
        <p:guide pos="348"/>
        <p:guide orient="horz" pos="411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144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63692A2-EA1B-EC3A-13E4-446D9EEED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ABEA31F-E8F4-FD23-BA57-16B1EDEA264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339CF8-2575-47DE-8A44-B65709B35F2E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F27989-F4EE-AE1B-252B-014A303D24E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629EAF4-5825-593C-3373-B140E184CBE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703B1B-4C1E-496D-9AE7-1523EEF785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605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CB966-86B2-4E9B-A70A-8ECCC2154A71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5B2827-EF49-482B-8AC8-C36777DD4C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192355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3.pn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5.sv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sv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svg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5.svg"/><Relationship Id="rId4" Type="http://schemas.openxmlformats.org/officeDocument/2006/relationships/image" Target="../media/image16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3BFDF301-1ECD-F664-8C75-7BC50EEA315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656F08F-D55A-400E-A7C5-D0CED11E2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pic>
          <p:nvPicPr>
            <p:cNvPr id="9" name="그래픽 8">
              <a:extLst>
                <a:ext uri="{FF2B5EF4-FFF2-40B4-BE49-F238E27FC236}">
                  <a16:creationId xmlns:a16="http://schemas.microsoft.com/office/drawing/2014/main" id="{FACDD2A8-6019-3D59-3839-2A3930A4AC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p:blipFill>
          <p:spPr>
            <a:xfrm>
              <a:off x="3605324" y="1685472"/>
              <a:ext cx="5646056" cy="4180114"/>
            </a:xfrm>
            <a:prstGeom prst="rect">
              <a:avLst/>
            </a:prstGeom>
          </p:spPr>
        </p:pic>
        <p:pic>
          <p:nvPicPr>
            <p:cNvPr id="10" name="그래픽 9">
              <a:extLst>
                <a:ext uri="{FF2B5EF4-FFF2-40B4-BE49-F238E27FC236}">
                  <a16:creationId xmlns:a16="http://schemas.microsoft.com/office/drawing/2014/main" id="{78C6B37A-E99B-3745-49D4-2BD70A378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p:blipFill>
          <p:spPr>
            <a:xfrm>
              <a:off x="3408362" y="781127"/>
              <a:ext cx="1120095" cy="377295"/>
            </a:xfrm>
            <a:prstGeom prst="rect">
              <a:avLst/>
            </a:prstGeom>
          </p:spPr>
        </p:pic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CBC895A-F71F-92D8-0025-EEB7C91EAA7C}"/>
                </a:ext>
              </a:extLst>
            </p:cNvPr>
            <p:cNvSpPr/>
            <p:nvPr/>
          </p:nvSpPr>
          <p:spPr>
            <a:xfrm>
              <a:off x="8281878" y="667657"/>
              <a:ext cx="1103086" cy="1103086"/>
            </a:xfrm>
            <a:prstGeom prst="ellipse">
              <a:avLst/>
            </a:prstGeom>
            <a:solidFill>
              <a:srgbClr val="0068B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594473B-E8FA-68E2-9A30-3A4D5B29DD6D}"/>
                </a:ext>
              </a:extLst>
            </p:cNvPr>
            <p:cNvSpPr/>
            <p:nvPr/>
          </p:nvSpPr>
          <p:spPr>
            <a:xfrm>
              <a:off x="3207657" y="1496786"/>
              <a:ext cx="5646057" cy="3955143"/>
            </a:xfrm>
            <a:prstGeom prst="rect">
              <a:avLst/>
            </a:prstGeom>
            <a:solidFill>
              <a:schemeClr val="bg1"/>
            </a:solidFill>
            <a:ln w="76200">
              <a:solidFill>
                <a:srgbClr val="0068B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그래픽 12">
              <a:extLst>
                <a:ext uri="{FF2B5EF4-FFF2-40B4-BE49-F238E27FC236}">
                  <a16:creationId xmlns:a16="http://schemas.microsoft.com/office/drawing/2014/main" id="{814F6B0C-ED51-D318-F09A-D0B58E18F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p:blipFill>
          <p:spPr>
            <a:xfrm>
              <a:off x="4127836" y="2066469"/>
              <a:ext cx="3936328" cy="18324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849169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7E12B188-C296-3553-5380-C11C24BEA2BB}"/>
              </a:ext>
            </a:extLst>
          </p:cNvPr>
          <p:cNvGrpSpPr/>
          <p:nvPr userDrawn="1"/>
        </p:nvGrpSpPr>
        <p:grpSpPr>
          <a:xfrm>
            <a:off x="1" y="-3575"/>
            <a:ext cx="12191998" cy="6865150"/>
            <a:chOff x="1" y="-3575"/>
            <a:chExt cx="12191998" cy="6865150"/>
          </a:xfrm>
        </p:grpSpPr>
        <p:pic>
          <p:nvPicPr>
            <p:cNvPr id="8" name="그래픽 7">
              <a:extLst>
                <a:ext uri="{FF2B5EF4-FFF2-40B4-BE49-F238E27FC236}">
                  <a16:creationId xmlns:a16="http://schemas.microsoft.com/office/drawing/2014/main" id="{4D68487C-BA37-5401-5470-A1489398E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4822238" y="1640113"/>
              <a:ext cx="5646056" cy="4325843"/>
            </a:xfrm>
            <a:prstGeom prst="rect">
              <a:avLst/>
            </a:prstGeom>
          </p:spPr>
        </p:pic>
        <p:pic>
          <p:nvPicPr>
            <p:cNvPr id="9" name="그래픽 8">
              <a:extLst>
                <a:ext uri="{FF2B5EF4-FFF2-40B4-BE49-F238E27FC236}">
                  <a16:creationId xmlns:a16="http://schemas.microsoft.com/office/drawing/2014/main" id="{E45671A3-A304-75FB-CD95-E01C1C3460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4625276" y="926269"/>
              <a:ext cx="1120095" cy="377295"/>
            </a:xfrm>
            <a:prstGeom prst="rect">
              <a:avLst/>
            </a:prstGeom>
          </p:spPr>
        </p:pic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44A83AE3-956E-F6D8-F0E3-495DE6B871F4}"/>
                </a:ext>
              </a:extLst>
            </p:cNvPr>
            <p:cNvSpPr/>
            <p:nvPr/>
          </p:nvSpPr>
          <p:spPr>
            <a:xfrm>
              <a:off x="9498792" y="812799"/>
              <a:ext cx="1103086" cy="1103086"/>
            </a:xfrm>
            <a:prstGeom prst="ellipse">
              <a:avLst/>
            </a:prstGeom>
            <a:solidFill>
              <a:srgbClr val="0068B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97662AE-D8B7-D6BA-4E25-8850A9FA4714}"/>
                </a:ext>
              </a:extLst>
            </p:cNvPr>
            <p:cNvSpPr/>
            <p:nvPr/>
          </p:nvSpPr>
          <p:spPr>
            <a:xfrm>
              <a:off x="4424571" y="1451428"/>
              <a:ext cx="5646057" cy="4093029"/>
            </a:xfrm>
            <a:prstGeom prst="rect">
              <a:avLst/>
            </a:prstGeom>
            <a:solidFill>
              <a:schemeClr val="bg1"/>
            </a:solidFill>
            <a:ln w="76200">
              <a:solidFill>
                <a:srgbClr val="0068B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그래픽 11">
              <a:extLst>
                <a:ext uri="{FF2B5EF4-FFF2-40B4-BE49-F238E27FC236}">
                  <a16:creationId xmlns:a16="http://schemas.microsoft.com/office/drawing/2014/main" id="{65FC18EB-CF1C-C0C4-3FCA-48E855FA79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1" y="-3575"/>
              <a:ext cx="12191998" cy="6865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835885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AF7E84F-6A29-7724-61B1-0EFD44BEAE91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3D3DCC3-05EC-5A68-BEA1-1AFD7C8F2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pic>
          <p:nvPicPr>
            <p:cNvPr id="9" name="그래픽 8">
              <a:extLst>
                <a:ext uri="{FF2B5EF4-FFF2-40B4-BE49-F238E27FC236}">
                  <a16:creationId xmlns:a16="http://schemas.microsoft.com/office/drawing/2014/main" id="{9D871D4F-2142-7238-5EEF-BFC6E8ACB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p:blipFill>
          <p:spPr>
            <a:xfrm>
              <a:off x="2131319" y="2090056"/>
              <a:ext cx="2774510" cy="129158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A6B7C46-8303-F2AD-3E40-F38C95F096F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9591"/>
            <a:stretch/>
          </p:blipFill>
          <p:spPr>
            <a:xfrm>
              <a:off x="5705414" y="3390901"/>
              <a:ext cx="6248461" cy="3352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3781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그룹 22">
            <a:extLst>
              <a:ext uri="{FF2B5EF4-FFF2-40B4-BE49-F238E27FC236}">
                <a16:creationId xmlns:a16="http://schemas.microsoft.com/office/drawing/2014/main" id="{77DF33AB-34B6-5306-502E-0D6DC84A24A3}"/>
              </a:ext>
            </a:extLst>
          </p:cNvPr>
          <p:cNvGrpSpPr/>
          <p:nvPr userDrawn="1"/>
        </p:nvGrpSpPr>
        <p:grpSpPr>
          <a:xfrm>
            <a:off x="0" y="4173"/>
            <a:ext cx="12192000" cy="919749"/>
            <a:chOff x="0" y="4173"/>
            <a:chExt cx="12192000" cy="919749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A6BD8A5-B214-8744-F946-A9DACA4850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9660"/>
            <a:stretch/>
          </p:blipFill>
          <p:spPr>
            <a:xfrm>
              <a:off x="0" y="4173"/>
              <a:ext cx="12192000" cy="919749"/>
            </a:xfrm>
            <a:prstGeom prst="rect">
              <a:avLst/>
            </a:prstGeom>
          </p:spPr>
        </p:pic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3289BB11-C5A3-9CAA-2E4F-083A66CB7BBB}"/>
                </a:ext>
              </a:extLst>
            </p:cNvPr>
            <p:cNvCxnSpPr/>
            <p:nvPr userDrawn="1"/>
          </p:nvCxnSpPr>
          <p:spPr>
            <a:xfrm>
              <a:off x="0" y="915130"/>
              <a:ext cx="12192000" cy="0"/>
            </a:xfrm>
            <a:prstGeom prst="line">
              <a:avLst/>
            </a:prstGeom>
            <a:ln w="28575">
              <a:solidFill>
                <a:srgbClr val="0168B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그래픽 23">
            <a:extLst>
              <a:ext uri="{FF2B5EF4-FFF2-40B4-BE49-F238E27FC236}">
                <a16:creationId xmlns:a16="http://schemas.microsoft.com/office/drawing/2014/main" id="{216F024D-79EB-7A9B-BEBB-D6DE32CCBD2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0991849" y="6382100"/>
            <a:ext cx="936625" cy="152050"/>
          </a:xfrm>
          <a:prstGeom prst="rect">
            <a:avLst/>
          </a:prstGeom>
        </p:spPr>
      </p:pic>
      <p:sp>
        <p:nvSpPr>
          <p:cNvPr id="3" name="Rectangle 17">
            <a:extLst>
              <a:ext uri="{FF2B5EF4-FFF2-40B4-BE49-F238E27FC236}">
                <a16:creationId xmlns:a16="http://schemas.microsoft.com/office/drawing/2014/main" id="{0BBBA3DB-D135-E611-1439-C308CFA8898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953402" y="6616967"/>
            <a:ext cx="286014" cy="153835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/>
          <a:p>
            <a:pPr algn="ctr" defTabSz="472839" fontAlgn="auto" latinLnBrk="0">
              <a:spcBef>
                <a:spcPts val="0"/>
              </a:spcBef>
              <a:spcAft>
                <a:spcPts val="0"/>
              </a:spcAft>
              <a:defRPr/>
            </a:pPr>
            <a:fld id="{87EC810E-F784-4439-A0DB-2C7343AB6795}" type="slidenum">
              <a:rPr lang="en-US" altLang="ko-KR" sz="1000" spc="-15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+mn-ea"/>
                <a:ea typeface="+mn-ea"/>
                <a:cs typeface="Arial" panose="020B0604020202020204" pitchFamily="34" charset="0"/>
              </a:rPr>
              <a:pPr algn="ctr" defTabSz="472839" fontAlgn="auto" latinLnBrk="0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altLang="ko-KR" sz="1000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black">
                  <a:lumMod val="50000"/>
                  <a:lumOff val="50000"/>
                </a:prstClr>
              </a:solidFill>
              <a:latin typeface="+mn-ea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3356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9DAA70-AA39-4088-5B03-7ACD8D64242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D45CA531-D67B-AD53-7FD5-FD65E6B39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564034" y="2173062"/>
            <a:ext cx="3063932" cy="1426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117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88E8-E1D6-4A88-80F7-FC43EA124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690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88E8-E1D6-4A88-80F7-FC43EA124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368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88E8-E1D6-4A88-80F7-FC43EA124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2379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D628D54-1874-5083-B4B3-57F06BA0F79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0799" y="831320"/>
            <a:ext cx="6033825" cy="5195359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57F824F3-9EE7-8A03-99C4-FE098D20B71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0007521" y="6215020"/>
            <a:ext cx="1597103" cy="259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306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4F1409F-16BC-9CF1-DD56-BF8162310158}"/>
              </a:ext>
            </a:extLst>
          </p:cNvPr>
          <p:cNvSpPr/>
          <p:nvPr/>
        </p:nvSpPr>
        <p:spPr>
          <a:xfrm>
            <a:off x="-18915" y="0"/>
            <a:ext cx="3143250" cy="6883400"/>
          </a:xfrm>
          <a:prstGeom prst="rect">
            <a:avLst/>
          </a:prstGeom>
          <a:solidFill>
            <a:srgbClr val="023D7F"/>
          </a:solidFill>
          <a:ln>
            <a:noFill/>
          </a:ln>
          <a:effectLst>
            <a:outerShdw blurRad="38100" dist="38100" dir="5400000" algn="ctr" rotWithShape="0">
              <a:schemeClr val="bg1">
                <a:lumMod val="7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852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>
            <a:extLst>
              <a:ext uri="{FF2B5EF4-FFF2-40B4-BE49-F238E27FC236}">
                <a16:creationId xmlns:a16="http://schemas.microsoft.com/office/drawing/2014/main" id="{116A249F-B45D-6270-49C3-1679BD548B6F}"/>
              </a:ext>
            </a:extLst>
          </p:cNvPr>
          <p:cNvGrpSpPr/>
          <p:nvPr/>
        </p:nvGrpSpPr>
        <p:grpSpPr>
          <a:xfrm>
            <a:off x="-15552" y="2683934"/>
            <a:ext cx="12207552" cy="4187705"/>
            <a:chOff x="-15552" y="2683934"/>
            <a:chExt cx="9159552" cy="4187705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19C47A8D-31AB-0FCC-3D14-214C92332F5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2683934"/>
              <a:ext cx="9159552" cy="91322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96A501CF-FFE7-D0AD-0BEB-FCF8984D1D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3572933"/>
              <a:ext cx="9159552" cy="913222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1412E771-D77B-ECB3-A7F2-58C9D2290D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4470401"/>
              <a:ext cx="9159552" cy="913222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A56376D0-40ED-39FF-626A-D176C919A5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5359400"/>
              <a:ext cx="9159552" cy="913222"/>
            </a:xfrm>
            <a:prstGeom prst="rect">
              <a:avLst/>
            </a:prstGeom>
          </p:spPr>
        </p:pic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C41382C8-2F4E-B439-D83B-BD1EB986D7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5958417"/>
              <a:ext cx="9159552" cy="913222"/>
            </a:xfrm>
            <a:prstGeom prst="rect">
              <a:avLst/>
            </a:prstGeom>
          </p:spPr>
        </p:pic>
      </p:grp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864EE2-0E3F-5F2B-A824-5B5952D85500}"/>
              </a:ext>
            </a:extLst>
          </p:cNvPr>
          <p:cNvSpPr/>
          <p:nvPr/>
        </p:nvSpPr>
        <p:spPr>
          <a:xfrm>
            <a:off x="0" y="0"/>
            <a:ext cx="12192000" cy="268393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AE473E8-A101-8978-DE78-77F4666441E6}"/>
              </a:ext>
            </a:extLst>
          </p:cNvPr>
          <p:cNvGrpSpPr/>
          <p:nvPr userDrawn="1"/>
        </p:nvGrpSpPr>
        <p:grpSpPr>
          <a:xfrm>
            <a:off x="3014969" y="1970617"/>
            <a:ext cx="5803064" cy="1426632"/>
            <a:chOff x="3014969" y="1970617"/>
            <a:chExt cx="5803064" cy="1426632"/>
          </a:xfrm>
        </p:grpSpPr>
        <p:sp>
          <p:nvSpPr>
            <p:cNvPr id="10" name="모서리가 둥근 직사각형 17">
              <a:extLst>
                <a:ext uri="{FF2B5EF4-FFF2-40B4-BE49-F238E27FC236}">
                  <a16:creationId xmlns:a16="http://schemas.microsoft.com/office/drawing/2014/main" id="{5AC6928E-D13E-72CC-78C7-8E2954061895}"/>
                </a:ext>
              </a:extLst>
            </p:cNvPr>
            <p:cNvSpPr/>
            <p:nvPr/>
          </p:nvSpPr>
          <p:spPr>
            <a:xfrm>
              <a:off x="3268133" y="1970617"/>
              <a:ext cx="5549900" cy="1426632"/>
            </a:xfrm>
            <a:prstGeom prst="roundRect">
              <a:avLst>
                <a:gd name="adj" fmla="val 50000"/>
              </a:avLst>
            </a:prstGeom>
            <a:solidFill>
              <a:srgbClr val="023D7F"/>
            </a:solidFill>
            <a:ln>
              <a:noFill/>
            </a:ln>
            <a:effectLst>
              <a:outerShdw blurRad="38100" dist="38100" dir="5400000" algn="ctr" rotWithShape="0">
                <a:schemeClr val="bg1">
                  <a:lumMod val="7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5DB62E4-C03A-DB2E-4949-EA95ADE9D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3014969" y="2465289"/>
              <a:ext cx="706925" cy="4378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0154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D183E31F-3955-4FBD-E8F7-90E1FD6CA3F3}"/>
              </a:ext>
            </a:extLst>
          </p:cNvPr>
          <p:cNvGrpSpPr/>
          <p:nvPr userDrawn="1"/>
        </p:nvGrpSpPr>
        <p:grpSpPr>
          <a:xfrm>
            <a:off x="0" y="0"/>
            <a:ext cx="12192000" cy="1049338"/>
            <a:chOff x="0" y="0"/>
            <a:chExt cx="12192000" cy="104933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EFED3282-1593-35E0-0E01-708326A51663}"/>
                </a:ext>
              </a:extLst>
            </p:cNvPr>
            <p:cNvSpPr/>
            <p:nvPr/>
          </p:nvSpPr>
          <p:spPr>
            <a:xfrm>
              <a:off x="0" y="0"/>
              <a:ext cx="12192000" cy="1049338"/>
            </a:xfrm>
            <a:prstGeom prst="rect">
              <a:avLst/>
            </a:prstGeom>
            <a:solidFill>
              <a:srgbClr val="023D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A9CE19A0-6FBE-F6F1-3EC6-F1DDE66EAB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11554391" y="79346"/>
              <a:ext cx="544740" cy="337372"/>
            </a:xfrm>
            <a:prstGeom prst="rect">
              <a:avLst/>
            </a:prstGeom>
          </p:spPr>
        </p:pic>
      </p:grpSp>
      <p:pic>
        <p:nvPicPr>
          <p:cNvPr id="5" name="그래픽 4">
            <a:extLst>
              <a:ext uri="{FF2B5EF4-FFF2-40B4-BE49-F238E27FC236}">
                <a16:creationId xmlns:a16="http://schemas.microsoft.com/office/drawing/2014/main" id="{110B11E9-0619-A430-9F14-618E955A957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0991849" y="6382100"/>
            <a:ext cx="936625" cy="152050"/>
          </a:xfrm>
          <a:prstGeom prst="rect">
            <a:avLst/>
          </a:prstGeom>
        </p:spPr>
      </p:pic>
      <p:sp>
        <p:nvSpPr>
          <p:cNvPr id="7" name="Rectangle 17">
            <a:extLst>
              <a:ext uri="{FF2B5EF4-FFF2-40B4-BE49-F238E27FC236}">
                <a16:creationId xmlns:a16="http://schemas.microsoft.com/office/drawing/2014/main" id="{127153B7-D347-9C66-1263-12BEE836988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953402" y="6616967"/>
            <a:ext cx="286014" cy="153835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/>
          <a:p>
            <a:pPr algn="ctr" defTabSz="472839" fontAlgn="auto" latinLnBrk="0">
              <a:spcBef>
                <a:spcPts val="0"/>
              </a:spcBef>
              <a:spcAft>
                <a:spcPts val="0"/>
              </a:spcAft>
              <a:defRPr/>
            </a:pPr>
            <a:fld id="{87EC810E-F784-4439-A0DB-2C7343AB6795}" type="slidenum">
              <a:rPr lang="en-US" altLang="ko-KR" sz="1000" spc="-15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+mn-ea"/>
                <a:ea typeface="+mn-ea"/>
                <a:cs typeface="Arial" panose="020B0604020202020204" pitchFamily="34" charset="0"/>
              </a:rPr>
              <a:pPr algn="ctr" defTabSz="472839" fontAlgn="auto" latinLnBrk="0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altLang="ko-KR" sz="1000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black">
                  <a:lumMod val="50000"/>
                  <a:lumOff val="50000"/>
                </a:prstClr>
              </a:solidFill>
              <a:latin typeface="+mn-ea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623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내지">
    <p:bg>
      <p:bgPr>
        <a:solidFill>
          <a:schemeClr val="bg1"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A2BD2282-4948-B455-F8D7-857E85B9B702}"/>
              </a:ext>
            </a:extLst>
          </p:cNvPr>
          <p:cNvGrpSpPr/>
          <p:nvPr userDrawn="1"/>
        </p:nvGrpSpPr>
        <p:grpSpPr>
          <a:xfrm>
            <a:off x="-15552" y="2683934"/>
            <a:ext cx="12207552" cy="4187705"/>
            <a:chOff x="-15552" y="2683934"/>
            <a:chExt cx="9159552" cy="4187705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60BB8BA0-1EC0-1370-707D-98428F5957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2683934"/>
              <a:ext cx="9159552" cy="913222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A186660-74F2-B3C8-0D62-C6876BF6FA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3572933"/>
              <a:ext cx="9159552" cy="913222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0CA24E20-D1E2-4576-98AE-914E48408A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4470401"/>
              <a:ext cx="9159552" cy="913222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ADED49D-93B5-807D-68D5-B23CDEB9DFE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5359400"/>
              <a:ext cx="9159552" cy="913222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9F00F7E7-8BD6-E04A-3243-598FEF376ED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5958417"/>
              <a:ext cx="9159552" cy="913222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BDCAEAFE-4E9F-1115-0EDC-56E5973CE66D}"/>
              </a:ext>
            </a:extLst>
          </p:cNvPr>
          <p:cNvGrpSpPr/>
          <p:nvPr userDrawn="1"/>
        </p:nvGrpSpPr>
        <p:grpSpPr>
          <a:xfrm>
            <a:off x="-15552" y="0"/>
            <a:ext cx="12207552" cy="4187705"/>
            <a:chOff x="-15552" y="2683934"/>
            <a:chExt cx="9159552" cy="4187705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29564B14-916D-8658-99C6-CAB154D7CB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2683934"/>
              <a:ext cx="9159552" cy="91322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45B769E7-735C-ED2C-14ED-0A7548BB15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3572933"/>
              <a:ext cx="9159552" cy="913222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542F71E4-9328-1B5E-5A06-94C2312A65F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4470401"/>
              <a:ext cx="9159552" cy="913222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D0B168B-F0A8-ABA6-3D87-B9473411E4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5359400"/>
              <a:ext cx="9159552" cy="91322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6BB75738-319C-5D11-37FB-01605FD0CC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3" r="1303" b="86993"/>
            <a:stretch/>
          </p:blipFill>
          <p:spPr>
            <a:xfrm>
              <a:off x="-15552" y="5958417"/>
              <a:ext cx="9159552" cy="9132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5566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759D03FC-04A1-8FC3-B712-FD0DBF633C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008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래픽 6">
            <a:extLst>
              <a:ext uri="{FF2B5EF4-FFF2-40B4-BE49-F238E27FC236}">
                <a16:creationId xmlns:a16="http://schemas.microsoft.com/office/drawing/2014/main" id="{C4C42A3F-2847-32F5-6A68-FB68460F03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0" y="1485901"/>
            <a:ext cx="12192000" cy="537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9039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래픽 9">
            <a:extLst>
              <a:ext uri="{FF2B5EF4-FFF2-40B4-BE49-F238E27FC236}">
                <a16:creationId xmlns:a16="http://schemas.microsoft.com/office/drawing/2014/main" id="{AAB1B483-AD5F-E9AA-AFDA-2F5456AEE8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1831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래픽 7">
            <a:extLst>
              <a:ext uri="{FF2B5EF4-FFF2-40B4-BE49-F238E27FC236}">
                <a16:creationId xmlns:a16="http://schemas.microsoft.com/office/drawing/2014/main" id="{F852F2B8-A7D4-43F2-4133-299E0BABBE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10991849" y="6382100"/>
            <a:ext cx="936625" cy="152050"/>
          </a:xfrm>
          <a:prstGeom prst="rect">
            <a:avLst/>
          </a:prstGeom>
        </p:spPr>
      </p:pic>
      <p:pic>
        <p:nvPicPr>
          <p:cNvPr id="19" name="그래픽 18">
            <a:extLst>
              <a:ext uri="{FF2B5EF4-FFF2-40B4-BE49-F238E27FC236}">
                <a16:creationId xmlns:a16="http://schemas.microsoft.com/office/drawing/2014/main" id="{49814FA4-1342-78BD-4976-A008A47ACCA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8698" t="3873" b="-1"/>
          <a:stretch/>
        </p:blipFill>
        <p:spPr>
          <a:xfrm>
            <a:off x="530225" y="784225"/>
            <a:ext cx="11131550" cy="78816"/>
          </a:xfrm>
          <a:prstGeom prst="rect">
            <a:avLst/>
          </a:prstGeom>
        </p:spPr>
      </p:pic>
      <p:sp>
        <p:nvSpPr>
          <p:cNvPr id="22" name="Rectangle 17">
            <a:extLst>
              <a:ext uri="{FF2B5EF4-FFF2-40B4-BE49-F238E27FC236}">
                <a16:creationId xmlns:a16="http://schemas.microsoft.com/office/drawing/2014/main" id="{0406F4DB-34B4-C533-625B-4DB25C1F9F4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953402" y="6616967"/>
            <a:ext cx="286014" cy="153835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/>
          <a:p>
            <a:pPr algn="ctr" defTabSz="472839" fontAlgn="auto" latinLnBrk="0">
              <a:spcBef>
                <a:spcPts val="0"/>
              </a:spcBef>
              <a:spcAft>
                <a:spcPts val="0"/>
              </a:spcAft>
              <a:defRPr/>
            </a:pPr>
            <a:fld id="{87EC810E-F784-4439-A0DB-2C7343AB6795}" type="slidenum">
              <a:rPr lang="en-US" altLang="ko-KR" sz="1000" spc="-15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+mn-ea"/>
                <a:ea typeface="+mn-ea"/>
                <a:cs typeface="Arial" panose="020B0604020202020204" pitchFamily="34" charset="0"/>
              </a:rPr>
              <a:pPr algn="ctr" defTabSz="472839" fontAlgn="auto" latinLnBrk="0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altLang="ko-KR" sz="1000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black">
                  <a:lumMod val="50000"/>
                  <a:lumOff val="50000"/>
                </a:prstClr>
              </a:solidFill>
              <a:latin typeface="+mn-ea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97204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05245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D1AE4-313C-D4D3-8363-80A9416F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A4BE93-DCE2-128D-9B01-9A8F759A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3EF455-6D32-1A47-FC68-C95E2962F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D19E34-FEE2-50BB-6E10-DB6EBCE32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970CC-5214-464D-B89C-598B847D9B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0226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926945D-2F31-77DD-B55C-E5A2668F5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7779EB4-5A1F-0364-04A0-FCE8D2C9B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49ACE9-0010-4ECC-BB2D-94DE88028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970CC-5214-464D-B89C-598B847D9B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7456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54359D-FEC0-DF3A-66AB-6193EAEB2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CA72CA-C1C7-6436-6F11-E0F69619C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DAE31C-5D53-3AF0-4BAF-90F4798B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4EB1AA-2DB6-5B26-F881-D19354F07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2AE34F-9328-F0FC-BAAD-BD3C627B1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A15D60-463A-D411-E3BB-EDEB951BF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970CC-5214-464D-B89C-598B847D9B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66693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D34A16-B882-858D-9D2B-2689BF935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70763FB-FF90-B15D-491F-1AA1C42DA5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4D7976-09E7-B036-11DF-5087FA866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3A7B59-44F4-26F5-15FE-D476E94B3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BE175F-56D0-7856-D94A-A57E79180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11468A0-C545-C993-1B94-E231212E9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970CC-5214-464D-B89C-598B847D9B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8381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41A987-C28D-D65B-0C97-64DA3AED4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3B6F40D-C04F-487C-720F-D0911B8E55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F54CC3-EC81-8460-4AD4-8B4403A4B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582040-4A88-0B3C-F1D1-B02C71528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7C0129-7C70-5B4B-4815-90F67D03D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970CC-5214-464D-B89C-598B847D9B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99350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3F014D7-204B-A2DA-07F5-43289898F9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0C4AE35-5AB3-14BE-A0B6-D52DAB5A4A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10D2BD-A4A3-6348-8E67-7FF9641D3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D7E93C-AA65-E1EA-21B6-A6E916BF5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9E68D9-EC30-E23B-B6E5-7C224CBAE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970CC-5214-464D-B89C-598B847D9B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2849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A788E8-E1D6-4A88-80F7-FC43EA124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060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3" r:id="rId13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4FAC57F-B446-8C9D-7247-E192B8131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595891-30D2-BACC-2EEC-43BC4BF3F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786969-F7AE-2A45-527D-B20745DFBB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739C20-6B0F-C327-C0CB-0203421C8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F34F80-6458-73AE-A3D9-1F0457DB6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970CC-5214-464D-B89C-598B847D9B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809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11" Type="http://schemas.openxmlformats.org/officeDocument/2006/relationships/image" Target="../media/image28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11" Type="http://schemas.openxmlformats.org/officeDocument/2006/relationships/image" Target="../media/image3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43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/>
          <p:cNvGrpSpPr/>
          <p:nvPr/>
        </p:nvGrpSpPr>
        <p:grpSpPr>
          <a:xfrm>
            <a:off x="591309" y="1917827"/>
            <a:ext cx="5675313" cy="1720724"/>
            <a:chOff x="958849" y="1960023"/>
            <a:chExt cx="5675313" cy="1720724"/>
          </a:xfrm>
        </p:grpSpPr>
        <p:sp>
          <p:nvSpPr>
            <p:cNvPr id="18" name="Text Box 10"/>
            <p:cNvSpPr txBox="1">
              <a:spLocks noChangeArrowheads="1"/>
            </p:cNvSpPr>
            <p:nvPr/>
          </p:nvSpPr>
          <p:spPr bwMode="auto">
            <a:xfrm>
              <a:off x="958849" y="1960023"/>
              <a:ext cx="5675313" cy="3190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14000"/>
                </a:lnSpc>
              </a:pPr>
              <a:endParaRPr lang="ko-KR" altLang="en-US" sz="2000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endParaRPr>
            </a:p>
          </p:txBody>
        </p:sp>
        <p:sp>
          <p:nvSpPr>
            <p:cNvPr id="19" name="Text Box 10"/>
            <p:cNvSpPr txBox="1">
              <a:spLocks noChangeArrowheads="1"/>
            </p:cNvSpPr>
            <p:nvPr/>
          </p:nvSpPr>
          <p:spPr bwMode="auto">
            <a:xfrm>
              <a:off x="958849" y="2379123"/>
              <a:ext cx="5675313" cy="701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14000"/>
                </a:lnSpc>
              </a:pPr>
              <a:r>
                <a:rPr lang="en-US" altLang="ko-KR" sz="4400" b="1" spc="-15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38100">
                      <a:schemeClr val="bg2"/>
                    </a:glow>
                  </a:effectLst>
                  <a:latin typeface="맑은 고딕" panose="020B0503020000020004" pitchFamily="50" charset="-127"/>
                  <a:ea typeface="맑은 고딕" panose="020B0503020000020004" pitchFamily="50" charset="-127"/>
                  <a:cs typeface="Segoe UI" panose="020B0502040204020203" pitchFamily="34" charset="0"/>
                </a:rPr>
                <a:t>SQL </a:t>
              </a:r>
              <a:r>
                <a:rPr lang="ko-KR" altLang="en-US" sz="4400" b="1" spc="-150" dirty="0" err="1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38100">
                      <a:schemeClr val="bg2"/>
                    </a:glow>
                  </a:effectLst>
                  <a:latin typeface="맑은 고딕" panose="020B0503020000020004" pitchFamily="50" charset="-127"/>
                  <a:ea typeface="맑은 고딕" panose="020B0503020000020004" pitchFamily="50" charset="-127"/>
                  <a:cs typeface="Segoe UI" panose="020B0502040204020203" pitchFamily="34" charset="0"/>
                </a:rPr>
                <a:t>대비반</a:t>
              </a:r>
              <a:r>
                <a:rPr lang="en-US" altLang="ko-KR" sz="4400" b="1" spc="-15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38100">
                      <a:schemeClr val="bg2"/>
                    </a:glow>
                  </a:effectLst>
                  <a:latin typeface="맑은 고딕" panose="020B0503020000020004" pitchFamily="50" charset="-127"/>
                  <a:ea typeface="맑은 고딕" panose="020B0503020000020004" pitchFamily="50" charset="-127"/>
                  <a:cs typeface="Segoe UI" panose="020B0502040204020203" pitchFamily="34" charset="0"/>
                </a:rPr>
                <a:t>: </a:t>
              </a:r>
              <a:r>
                <a:rPr lang="ko-KR" altLang="en-US" sz="4400" b="1" spc="-15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38100">
                      <a:schemeClr val="bg2"/>
                    </a:glow>
                  </a:effectLst>
                  <a:latin typeface="맑은 고딕" panose="020B0503020000020004" pitchFamily="50" charset="-127"/>
                  <a:ea typeface="맑은 고딕" panose="020B0503020000020004" pitchFamily="50" charset="-127"/>
                  <a:cs typeface="Segoe UI" panose="020B0502040204020203" pitchFamily="34" charset="0"/>
                </a:rPr>
                <a:t>실습 환경</a:t>
              </a:r>
              <a:endParaRPr lang="en-US" altLang="ko-KR" sz="4400" b="1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38100">
                    <a:schemeClr val="bg2"/>
                  </a:glow>
                </a:effectLst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endParaRPr>
            </a:p>
          </p:txBody>
        </p:sp>
        <p:cxnSp>
          <p:nvCxnSpPr>
            <p:cNvPr id="20" name="직선 연결선 19"/>
            <p:cNvCxnSpPr/>
            <p:nvPr/>
          </p:nvCxnSpPr>
          <p:spPr>
            <a:xfrm>
              <a:off x="958849" y="2334673"/>
              <a:ext cx="2717041" cy="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 Box 10"/>
            <p:cNvSpPr txBox="1">
              <a:spLocks noChangeArrowheads="1"/>
            </p:cNvSpPr>
            <p:nvPr/>
          </p:nvSpPr>
          <p:spPr bwMode="auto">
            <a:xfrm>
              <a:off x="958849" y="3297822"/>
              <a:ext cx="5675313" cy="3829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anchor="t">
              <a:spAutoFit/>
            </a:bodyPr>
            <a:lstStyle>
              <a:defPPr>
                <a:defRPr lang="ko-KR"/>
              </a:defPPr>
              <a:lvl1pPr>
                <a:lnSpc>
                  <a:spcPct val="114000"/>
                </a:lnSpc>
                <a:defRPr sz="200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ea typeface="+mj-ea"/>
                  <a:cs typeface="Segoe UI" panose="020B0502040204020203" pitchFamily="34" charset="0"/>
                </a:defRPr>
              </a:lvl1pPr>
            </a:lstStyle>
            <a:p>
              <a:r>
                <a:rPr lang="ko-KR" altLang="en-US" sz="2400" b="1" spc="-150" dirty="0">
                  <a:solidFill>
                    <a:srgbClr val="023D7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멀티 캠퍼스 강선구 </a:t>
              </a:r>
              <a:endParaRPr lang="ko-KR" altLang="en-US" sz="2400" b="1" spc="-150" dirty="0">
                <a:solidFill>
                  <a:srgbClr val="023D7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0146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그룹 65">
            <a:extLst>
              <a:ext uri="{FF2B5EF4-FFF2-40B4-BE49-F238E27FC236}">
                <a16:creationId xmlns:a16="http://schemas.microsoft.com/office/drawing/2014/main" id="{906DA828-ECE9-2B5C-421D-CFC40B193035}"/>
              </a:ext>
            </a:extLst>
          </p:cNvPr>
          <p:cNvGrpSpPr/>
          <p:nvPr/>
        </p:nvGrpSpPr>
        <p:grpSpPr>
          <a:xfrm>
            <a:off x="262074" y="999405"/>
            <a:ext cx="7377111" cy="4763940"/>
            <a:chOff x="262074" y="524178"/>
            <a:chExt cx="7377111" cy="4763940"/>
          </a:xfrm>
        </p:grpSpPr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>
              <a:off x="262074" y="524178"/>
              <a:ext cx="2581275" cy="5743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4000"/>
                </a:lnSpc>
              </a:pPr>
              <a:r>
                <a:rPr lang="en-US" altLang="ko-KR" sz="3600" b="1" spc="-15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Segoe UI" panose="020B0502040204020203" pitchFamily="34" charset="0"/>
                </a:rPr>
                <a:t>Contents</a:t>
              </a:r>
            </a:p>
          </p:txBody>
        </p: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14AD3D1C-4811-FDE7-8673-2B25C9C40589}"/>
                </a:ext>
              </a:extLst>
            </p:cNvPr>
            <p:cNvGrpSpPr/>
            <p:nvPr/>
          </p:nvGrpSpPr>
          <p:grpSpPr>
            <a:xfrm>
              <a:off x="2343285" y="1302207"/>
              <a:ext cx="5295900" cy="4461"/>
              <a:chOff x="2343285" y="1245057"/>
              <a:chExt cx="5295900" cy="4461"/>
            </a:xfrm>
          </p:grpSpPr>
          <p:cxnSp>
            <p:nvCxnSpPr>
              <p:cNvPr id="19" name="직선 연결선 18"/>
              <p:cNvCxnSpPr/>
              <p:nvPr/>
            </p:nvCxnSpPr>
            <p:spPr>
              <a:xfrm>
                <a:off x="2343285" y="1245057"/>
                <a:ext cx="781050" cy="446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직선 연결선 22"/>
              <p:cNvCxnSpPr/>
              <p:nvPr/>
            </p:nvCxnSpPr>
            <p:spPr>
              <a:xfrm>
                <a:off x="3124335" y="1249518"/>
                <a:ext cx="4514850" cy="0"/>
              </a:xfrm>
              <a:prstGeom prst="line">
                <a:avLst/>
              </a:prstGeom>
              <a:ln w="12700">
                <a:solidFill>
                  <a:srgbClr val="0232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E4ED83C9-7D1C-261F-1AB4-33D2D92C3759}"/>
                </a:ext>
              </a:extLst>
            </p:cNvPr>
            <p:cNvGrpSpPr/>
            <p:nvPr/>
          </p:nvGrpSpPr>
          <p:grpSpPr>
            <a:xfrm>
              <a:off x="2377152" y="1531858"/>
              <a:ext cx="2608533" cy="400110"/>
              <a:chOff x="2377152" y="1359802"/>
              <a:chExt cx="2608533" cy="400110"/>
            </a:xfrm>
          </p:grpSpPr>
          <p:sp>
            <p:nvSpPr>
              <p:cNvPr id="30" name="내용 개체 틀 1">
                <a:extLst>
                  <a:ext uri="{FF2B5EF4-FFF2-40B4-BE49-F238E27FC236}">
                    <a16:creationId xmlns:a16="http://schemas.microsoft.com/office/drawing/2014/main" id="{2EBDDC94-86D1-4814-9590-0B740A44866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77152" y="1399621"/>
                <a:ext cx="647699" cy="3204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defPPr>
                  <a:defRPr lang="ko-KR"/>
                </a:defPPr>
                <a:lvl1pPr lvl="0" indent="0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1pPr>
                <a:lvl2pPr marL="252000" lvl="1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2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2pPr>
                <a:lvl3pPr marL="252000" lvl="2" indent="-252000">
                  <a:lnSpc>
                    <a:spcPct val="110000"/>
                  </a:lnSpc>
                  <a:spcBef>
                    <a:spcPts val="600"/>
                  </a:spcBef>
                  <a:buSzPct val="110000"/>
                  <a:buFontTx/>
                  <a:buBlip>
                    <a:blip r:embed="rId3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3pPr>
                <a:lvl4pPr marL="252000" lvl="3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4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4pPr>
                <a:lvl5pPr marL="252000" lvl="4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5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5pPr>
                <a:lvl6pPr marL="252000" lvl="5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6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6pPr>
                <a:lvl7pPr marL="252000" lvl="6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7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7pPr>
                <a:lvl8pPr marL="252000" lvl="7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8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8pPr>
                <a:lvl9pPr marL="252000" lvl="8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9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9pPr>
              </a:lstStyle>
              <a:p>
                <a:pPr algn="ctr">
                  <a:lnSpc>
                    <a:spcPct val="100000"/>
                  </a:lnSpc>
                  <a:buSzPct val="120000"/>
                </a:pPr>
                <a:r>
                  <a:rPr lang="en-US" altLang="ko-KR" sz="2400" b="1" spc="-150" dirty="0">
                    <a:ln>
                      <a:solidFill>
                        <a:srgbClr val="4F81BD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Segoe UI" panose="020B0502040204020203" pitchFamily="34" charset="0"/>
                  </a:rPr>
                  <a:t>01</a:t>
                </a:r>
              </a:p>
            </p:txBody>
          </p:sp>
          <p:sp>
            <p:nvSpPr>
              <p:cNvPr id="3" name="직사각형 2"/>
              <p:cNvSpPr/>
              <p:nvPr/>
            </p:nvSpPr>
            <p:spPr>
              <a:xfrm>
                <a:off x="3236488" y="1359802"/>
                <a:ext cx="174919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ko-KR" altLang="en-US" sz="2000" b="1" spc="-150" dirty="0" smtClean="0">
                    <a:ln>
                      <a:solidFill>
                        <a:srgbClr val="023F73">
                          <a:shade val="50000"/>
                          <a:alpha val="0"/>
                        </a:srgbClr>
                      </a:solidFill>
                    </a:ln>
                    <a:solidFill>
                      <a:schemeClr val="accent2"/>
                    </a:solidFill>
                    <a:effectLst>
                      <a:glow rad="63500">
                        <a:schemeClr val="bg2"/>
                      </a:glow>
                    </a:effectLst>
                    <a:latin typeface="맑은 고딕" panose="020B0503020000020004" pitchFamily="50" charset="-127"/>
                    <a:ea typeface="맑은 고딕" panose="020B0503020000020004" pitchFamily="50" charset="-127"/>
                    <a:cs typeface="Arial" panose="020B0604020202020204" pitchFamily="34" charset="0"/>
                  </a:rPr>
                  <a:t>실습 환경 구성</a:t>
                </a:r>
                <a:endParaRPr lang="en-US" altLang="ko-KR" sz="2000" b="1" spc="-150" dirty="0">
                  <a:ln>
                    <a:solidFill>
                      <a:srgbClr val="023F73">
                        <a:shade val="50000"/>
                        <a:alpha val="0"/>
                      </a:srgbClr>
                    </a:solidFill>
                  </a:ln>
                  <a:solidFill>
                    <a:schemeClr val="accent2"/>
                  </a:solidFill>
                  <a:effectLst>
                    <a:glow rad="63500">
                      <a:schemeClr val="bg2"/>
                    </a:glow>
                  </a:effectLst>
                  <a:latin typeface="맑은 고딕" panose="020B0503020000020004" pitchFamily="50" charset="-127"/>
                  <a:ea typeface="맑은 고딕" panose="020B0503020000020004" pitchFamily="50" charset="-127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62B7F1C-2680-BF02-1CB3-1754A8089ADB}"/>
                </a:ext>
              </a:extLst>
            </p:cNvPr>
            <p:cNvGrpSpPr/>
            <p:nvPr/>
          </p:nvGrpSpPr>
          <p:grpSpPr>
            <a:xfrm>
              <a:off x="2377152" y="2157158"/>
              <a:ext cx="3387592" cy="400110"/>
              <a:chOff x="2377152" y="1359802"/>
              <a:chExt cx="3387592" cy="400110"/>
            </a:xfrm>
          </p:grpSpPr>
          <p:sp>
            <p:nvSpPr>
              <p:cNvPr id="45" name="내용 개체 틀 1">
                <a:extLst>
                  <a:ext uri="{FF2B5EF4-FFF2-40B4-BE49-F238E27FC236}">
                    <a16:creationId xmlns:a16="http://schemas.microsoft.com/office/drawing/2014/main" id="{CFB6FF55-4B73-86FE-6601-B1385E424E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77152" y="1399621"/>
                <a:ext cx="647699" cy="3204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defPPr>
                  <a:defRPr lang="ko-KR"/>
                </a:defPPr>
                <a:lvl1pPr lvl="0" indent="0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1pPr>
                <a:lvl2pPr marL="252000" lvl="1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2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2pPr>
                <a:lvl3pPr marL="252000" lvl="2" indent="-252000">
                  <a:lnSpc>
                    <a:spcPct val="110000"/>
                  </a:lnSpc>
                  <a:spcBef>
                    <a:spcPts val="600"/>
                  </a:spcBef>
                  <a:buSzPct val="110000"/>
                  <a:buFontTx/>
                  <a:buBlip>
                    <a:blip r:embed="rId3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3pPr>
                <a:lvl4pPr marL="252000" lvl="3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4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4pPr>
                <a:lvl5pPr marL="252000" lvl="4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5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5pPr>
                <a:lvl6pPr marL="252000" lvl="5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6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6pPr>
                <a:lvl7pPr marL="252000" lvl="6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7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7pPr>
                <a:lvl8pPr marL="252000" lvl="7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8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8pPr>
                <a:lvl9pPr marL="252000" lvl="8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9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9pPr>
              </a:lstStyle>
              <a:p>
                <a:pPr algn="ctr">
                  <a:lnSpc>
                    <a:spcPct val="100000"/>
                  </a:lnSpc>
                  <a:buSzPct val="120000"/>
                </a:pPr>
                <a:r>
                  <a:rPr lang="en-US" altLang="ko-KR" sz="2400" b="1" spc="-150" dirty="0">
                    <a:ln>
                      <a:solidFill>
                        <a:srgbClr val="4F81BD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Segoe UI" panose="020B0502040204020203" pitchFamily="34" charset="0"/>
                  </a:rPr>
                  <a:t>02</a:t>
                </a:r>
              </a:p>
            </p:txBody>
          </p:sp>
          <p:sp>
            <p:nvSpPr>
              <p:cNvPr id="46" name="직사각형 45">
                <a:extLst>
                  <a:ext uri="{FF2B5EF4-FFF2-40B4-BE49-F238E27FC236}">
                    <a16:creationId xmlns:a16="http://schemas.microsoft.com/office/drawing/2014/main" id="{6D849D93-4C59-628D-4A52-E58DB4672558}"/>
                  </a:ext>
                </a:extLst>
              </p:cNvPr>
              <p:cNvSpPr/>
              <p:nvPr/>
            </p:nvSpPr>
            <p:spPr>
              <a:xfrm>
                <a:off x="3236488" y="1359802"/>
                <a:ext cx="2528256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ko-KR" altLang="en-US" sz="2000" b="1" spc="-150" dirty="0" smtClean="0">
                    <a:ln>
                      <a:solidFill>
                        <a:srgbClr val="023F73">
                          <a:shade val="50000"/>
                          <a:alpha val="0"/>
                        </a:srgbClr>
                      </a:solidFill>
                    </a:ln>
                    <a:solidFill>
                      <a:srgbClr val="023D7F"/>
                    </a:solidFill>
                    <a:latin typeface="맑은 고딕" panose="020B0503020000020004" pitchFamily="50" charset="-127"/>
                    <a:cs typeface="Arial" panose="020B0604020202020204" pitchFamily="34" charset="0"/>
                  </a:rPr>
                  <a:t>실습 환경 구동 </a:t>
                </a:r>
                <a:r>
                  <a:rPr lang="en-US" altLang="ko-KR" sz="2000" b="1" spc="-150" dirty="0" smtClean="0">
                    <a:ln>
                      <a:solidFill>
                        <a:srgbClr val="023F73">
                          <a:shade val="50000"/>
                          <a:alpha val="0"/>
                        </a:srgbClr>
                      </a:solidFill>
                    </a:ln>
                    <a:solidFill>
                      <a:srgbClr val="023D7F"/>
                    </a:solidFill>
                    <a:latin typeface="맑은 고딕" panose="020B0503020000020004" pitchFamily="50" charset="-127"/>
                    <a:cs typeface="Arial" panose="020B0604020202020204" pitchFamily="34" charset="0"/>
                  </a:rPr>
                  <a:t>/ </a:t>
                </a:r>
                <a:r>
                  <a:rPr lang="ko-KR" altLang="en-US" sz="2000" b="1" spc="-150" dirty="0" smtClean="0">
                    <a:ln>
                      <a:solidFill>
                        <a:srgbClr val="023F73">
                          <a:shade val="50000"/>
                          <a:alpha val="0"/>
                        </a:srgbClr>
                      </a:solidFill>
                    </a:ln>
                    <a:solidFill>
                      <a:srgbClr val="023D7F"/>
                    </a:solidFill>
                    <a:latin typeface="맑은 고딕" panose="020B0503020000020004" pitchFamily="50" charset="-127"/>
                    <a:cs typeface="Arial" panose="020B0604020202020204" pitchFamily="34" charset="0"/>
                  </a:rPr>
                  <a:t>정지</a:t>
                </a:r>
                <a:endParaRPr lang="ko-KR" altLang="en-US" sz="2000" b="1" spc="-150" dirty="0">
                  <a:ln>
                    <a:solidFill>
                      <a:srgbClr val="023F73">
                        <a:shade val="50000"/>
                        <a:alpha val="0"/>
                      </a:srgbClr>
                    </a:solidFill>
                  </a:ln>
                  <a:solidFill>
                    <a:srgbClr val="023D7F"/>
                  </a:solidFill>
                  <a:effectLst>
                    <a:glow rad="63500">
                      <a:schemeClr val="bg2"/>
                    </a:glow>
                  </a:effectLst>
                  <a:latin typeface="맑은 고딕" panose="020B0503020000020004" pitchFamily="50" charset="-127"/>
                  <a:ea typeface="맑은 고딕" panose="020B0503020000020004" pitchFamily="50" charset="-127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D2C40684-10F2-00C5-FE5C-921854025644}"/>
                </a:ext>
              </a:extLst>
            </p:cNvPr>
            <p:cNvGrpSpPr/>
            <p:nvPr/>
          </p:nvGrpSpPr>
          <p:grpSpPr>
            <a:xfrm>
              <a:off x="2343285" y="5283657"/>
              <a:ext cx="5295900" cy="4461"/>
              <a:chOff x="2343285" y="1245057"/>
              <a:chExt cx="5295900" cy="4461"/>
            </a:xfrm>
          </p:grpSpPr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70C37600-B326-46E3-1D27-0E54729CEBED}"/>
                  </a:ext>
                </a:extLst>
              </p:cNvPr>
              <p:cNvCxnSpPr/>
              <p:nvPr/>
            </p:nvCxnSpPr>
            <p:spPr>
              <a:xfrm>
                <a:off x="2343285" y="1245057"/>
                <a:ext cx="781050" cy="446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>
                <a:extLst>
                  <a:ext uri="{FF2B5EF4-FFF2-40B4-BE49-F238E27FC236}">
                    <a16:creationId xmlns:a16="http://schemas.microsoft.com/office/drawing/2014/main" id="{C3B84592-5263-7C9F-8EDE-4D3B77B044D6}"/>
                  </a:ext>
                </a:extLst>
              </p:cNvPr>
              <p:cNvCxnSpPr/>
              <p:nvPr/>
            </p:nvCxnSpPr>
            <p:spPr>
              <a:xfrm>
                <a:off x="3124335" y="1249518"/>
                <a:ext cx="4514850" cy="0"/>
              </a:xfrm>
              <a:prstGeom prst="line">
                <a:avLst/>
              </a:prstGeom>
              <a:ln w="12700">
                <a:solidFill>
                  <a:srgbClr val="0232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91914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C6EE6-4E86-3441-1ED8-7993278AE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3">
            <a:extLst>
              <a:ext uri="{FF2B5EF4-FFF2-40B4-BE49-F238E27FC236}">
                <a16:creationId xmlns:a16="http://schemas.microsoft.com/office/drawing/2014/main" id="{ACAFEE85-5BDF-B8DD-7649-3D195A1FAD1E}"/>
              </a:ext>
            </a:extLst>
          </p:cNvPr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ko-KR" altLang="en-US" sz="3600" b="1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실습 환경 구성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7C24BF2-5778-E9A8-608B-2944606F3BDE}"/>
              </a:ext>
            </a:extLst>
          </p:cNvPr>
          <p:cNvSpPr/>
          <p:nvPr/>
        </p:nvSpPr>
        <p:spPr>
          <a:xfrm>
            <a:off x="0" y="1153298"/>
            <a:ext cx="12192000" cy="914399"/>
          </a:xfrm>
          <a:prstGeom prst="rect">
            <a:avLst/>
          </a:prstGeom>
          <a:pattFill prst="dkUpDiag">
            <a:fgClr>
              <a:schemeClr val="bg2">
                <a:lumMod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내용 개체 틀 1">
            <a:extLst>
              <a:ext uri="{FF2B5EF4-FFF2-40B4-BE49-F238E27FC236}">
                <a16:creationId xmlns:a16="http://schemas.microsoft.com/office/drawing/2014/main" id="{02CCCCC2-7403-31BA-B869-37212D42E446}"/>
              </a:ext>
            </a:extLst>
          </p:cNvPr>
          <p:cNvSpPr txBox="1">
            <a:spLocks/>
          </p:cNvSpPr>
          <p:nvPr/>
        </p:nvSpPr>
        <p:spPr>
          <a:xfrm>
            <a:off x="228322" y="1268628"/>
            <a:ext cx="8469061" cy="68374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ko-KR"/>
            </a:defPPr>
            <a:lvl1pPr lvl="0" indent="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  <a:lvl2pPr marL="252000" lvl="1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2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2pPr>
            <a:lvl3pPr marL="252000" lvl="2" indent="-252000">
              <a:lnSpc>
                <a:spcPct val="110000"/>
              </a:lnSpc>
              <a:spcBef>
                <a:spcPts val="600"/>
              </a:spcBef>
              <a:buSzPct val="110000"/>
              <a:buFontTx/>
              <a:buBlip>
                <a:blip r:embed="rId3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3pPr>
            <a:lvl4pPr marL="252000" lvl="3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4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4pPr>
            <a:lvl5pPr marL="252000" lvl="4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5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5pPr>
            <a:lvl6pPr marL="252000" lvl="5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6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6pPr>
            <a:lvl7pPr marL="252000" lvl="6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7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7pPr>
            <a:lvl8pPr marL="252000" lvl="7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8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8pPr>
            <a:lvl9pPr marL="252000" lvl="8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9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9pPr>
          </a:lstStyle>
          <a:p>
            <a:pPr>
              <a:buSzPct val="120000"/>
            </a:pP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Oracle </a:t>
            </a: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21 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XE + </a:t>
            </a:r>
            <a:r>
              <a:rPr lang="en-US" altLang="ko-KR" sz="2200" b="1" spc="-150" dirty="0" err="1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Jupyter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lab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720E95-0B45-2851-611F-5ACF54DC4410}"/>
              </a:ext>
            </a:extLst>
          </p:cNvPr>
          <p:cNvSpPr txBox="1">
            <a:spLocks/>
          </p:cNvSpPr>
          <p:nvPr/>
        </p:nvSpPr>
        <p:spPr>
          <a:xfrm>
            <a:off x="339360" y="2354860"/>
            <a:ext cx="5886150" cy="22240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ko-KR"/>
            </a:defPPr>
            <a:lvl1pPr marL="255588" lvl="0" indent="-255588" fontAlgn="base" latinLnBrk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8892AA"/>
              </a:buClr>
              <a:buSzPct val="120000"/>
              <a:buFont typeface="Wingdings" panose="05000000000000000000" pitchFamily="2" charset="2"/>
              <a:buBlip>
                <a:blip r:embed="rId10"/>
              </a:buBlip>
              <a:tabLst>
                <a:tab pos="381000" algn="l"/>
                <a:tab pos="827088" algn="l"/>
              </a:tabLst>
              <a:defRPr kumimoji="1" sz="1500" b="1" spc="0">
                <a:ln w="11430">
                  <a:solidFill>
                    <a:schemeClr val="bg1">
                      <a:alpha val="0"/>
                    </a:schemeClr>
                  </a:solidFill>
                </a:ln>
                <a:latin typeface="나눔스퀘어 Bold" panose="020B0600000101010101" pitchFamily="50" charset="-127"/>
                <a:ea typeface="나눔스퀘어 Bold" panose="020B0600000101010101" pitchFamily="50" charset="-127"/>
                <a:cs typeface="Arial Unicode MS" panose="020B0604020202020204" pitchFamily="50" charset="-127"/>
              </a:defRPr>
            </a:lvl1pPr>
            <a:lvl2pPr marL="354013" lvl="1" indent="-138113" latinLnBrk="0">
              <a:lnSpc>
                <a:spcPct val="110000"/>
              </a:lnSpc>
              <a:spcBef>
                <a:spcPts val="600"/>
              </a:spcBef>
              <a:buFont typeface="나눔스퀘어" panose="020B0600000101010101" pitchFamily="50" charset="-127"/>
              <a:buChar char="-"/>
              <a:defRPr sz="1350" spc="-50" baseline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2pPr>
            <a:lvl3pPr marL="449263" lvl="2" indent="-125413" latinLnBrk="0">
              <a:lnSpc>
                <a:spcPct val="110000"/>
              </a:lnSpc>
              <a:spcBef>
                <a:spcPts val="500"/>
              </a:spcBef>
              <a:buClr>
                <a:srgbClr val="C3C8D4"/>
              </a:buClr>
              <a:buFont typeface="Arial" panose="020B0604020202020204" pitchFamily="34" charset="0"/>
              <a:buChar char="•"/>
              <a:defRPr sz="1300" spc="-50" baseline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3pPr>
            <a:lvl4pPr marL="571500" lvl="3" indent="-139700" latinLnBrk="0">
              <a:lnSpc>
                <a:spcPct val="100000"/>
              </a:lnSpc>
              <a:spcBef>
                <a:spcPts val="500"/>
              </a:spcBef>
              <a:buClr>
                <a:schemeClr val="tx1">
                  <a:lumMod val="50000"/>
                  <a:lumOff val="50000"/>
                </a:schemeClr>
              </a:buClr>
              <a:buFont typeface="나눔스퀘어" panose="020B0600000101010101" pitchFamily="50" charset="-127"/>
              <a:buChar char="-"/>
              <a:defRPr sz="1250" spc="-50" baseline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4pPr>
            <a:lvl5pPr marL="216000" lvl="4" indent="0" latinLnBrk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spc="-50" baseline="0">
                <a:gradFill>
                  <a:gsLst>
                    <a:gs pos="0">
                      <a:srgbClr val="04306C"/>
                    </a:gs>
                    <a:gs pos="100000">
                      <a:srgbClr val="04306C"/>
                    </a:gs>
                  </a:gsLst>
                  <a:lin ang="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5pPr>
            <a:lvl6pPr marL="216000" lvl="5" indent="0" latinLnBrk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spc="-50">
                <a:gradFill>
                  <a:gsLst>
                    <a:gs pos="0">
                      <a:srgbClr val="04306C"/>
                    </a:gs>
                    <a:gs pos="100000">
                      <a:srgbClr val="04306C"/>
                    </a:gs>
                  </a:gsLst>
                  <a:lin ang="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6pPr>
            <a:lvl7pPr marL="216000" lvl="6" indent="0" latinLnBrk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spc="-50">
                <a:gradFill>
                  <a:gsLst>
                    <a:gs pos="0">
                      <a:srgbClr val="04306C"/>
                    </a:gs>
                    <a:gs pos="100000">
                      <a:srgbClr val="04306C"/>
                    </a:gs>
                  </a:gsLst>
                  <a:lin ang="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7pPr>
            <a:lvl8pPr marL="216000" lvl="7" indent="0" latinLnBrk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spc="-50">
                <a:gradFill>
                  <a:gsLst>
                    <a:gs pos="0">
                      <a:srgbClr val="04306C"/>
                    </a:gs>
                    <a:gs pos="100000">
                      <a:srgbClr val="04306C"/>
                    </a:gs>
                  </a:gsLst>
                  <a:lin ang="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8pPr>
            <a:lvl9pPr marL="216000" lvl="8" indent="0" latinLnBrk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spc="-50">
                <a:gradFill>
                  <a:gsLst>
                    <a:gs pos="0">
                      <a:srgbClr val="04306C"/>
                    </a:gs>
                    <a:gs pos="100000">
                      <a:srgbClr val="04306C"/>
                    </a:gs>
                  </a:gsLst>
                  <a:lin ang="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9pPr>
          </a:lstStyle>
          <a:p>
            <a:pPr marL="319088" indent="-319088"/>
            <a:r>
              <a:rPr lang="en-US" altLang="ko-KR" sz="200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Docker </a:t>
            </a:r>
            <a:r>
              <a:rPr lang="ko-KR" altLang="en-US" sz="200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기반 이미지 구성</a:t>
            </a:r>
            <a:endParaRPr lang="en-US" altLang="ko-KR" sz="2000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417513" lvl="1" indent="-319088"/>
            <a:r>
              <a:rPr lang="en-US" altLang="ko-KR" sz="170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Docker</a:t>
            </a:r>
            <a:r>
              <a:rPr lang="ko-KR" altLang="en-US" sz="170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를 설치하고 가이드를 따라 간단하게 구성이 가능</a:t>
            </a:r>
            <a:endParaRPr lang="en-US" altLang="ko-KR" sz="1700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417513" lvl="1" indent="-319088"/>
            <a:endParaRPr lang="en-US" altLang="ko-KR" sz="1850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319088" indent="-319088"/>
            <a:r>
              <a:rPr lang="en-US" altLang="ko-KR" sz="2000" spc="-150" dirty="0" err="1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Jupyter</a:t>
            </a:r>
            <a:r>
              <a:rPr lang="en-US" altLang="ko-KR" sz="200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Lab</a:t>
            </a:r>
            <a:endParaRPr lang="ko-KR" altLang="en-US" sz="2000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417513" lvl="1" indent="-319088"/>
            <a:r>
              <a:rPr lang="en-US" altLang="ko-KR" sz="185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Python Data</a:t>
            </a:r>
            <a:r>
              <a:rPr lang="ko-KR" altLang="en-US" sz="185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85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Science </a:t>
            </a:r>
            <a:r>
              <a:rPr lang="ko-KR" altLang="en-US" sz="185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개발 도구</a:t>
            </a:r>
            <a:endParaRPr lang="en-US" altLang="ko-KR" sz="1850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417513" lvl="1" indent="-319088"/>
            <a:r>
              <a:rPr lang="en-US" altLang="ko-KR" sz="185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SQL </a:t>
            </a:r>
            <a:r>
              <a:rPr lang="ko-KR" altLang="en-US" sz="185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설명과 </a:t>
            </a:r>
            <a:r>
              <a:rPr lang="en-US" altLang="ko-KR" sz="185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SQL </a:t>
            </a:r>
            <a:r>
              <a:rPr lang="ko-KR" altLang="en-US" sz="1850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작성과 실행을 동시에 진행</a:t>
            </a:r>
            <a:endParaRPr lang="en-US" altLang="ko-KR" sz="1850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8662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473E7-7E9A-9BAE-967B-B6B327D1B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3">
            <a:extLst>
              <a:ext uri="{FF2B5EF4-FFF2-40B4-BE49-F238E27FC236}">
                <a16:creationId xmlns:a16="http://schemas.microsoft.com/office/drawing/2014/main" id="{A19A6C92-6F93-C85F-D3FC-7A40895910A8}"/>
              </a:ext>
            </a:extLst>
          </p:cNvPr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ko-KR" altLang="en-US" sz="3600" b="1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실습 환경 구성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F94CF87-7271-6C67-C583-45F3DDBBA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2" y="1332199"/>
            <a:ext cx="7890149" cy="5170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206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01434"/>
            <a:ext cx="7467600" cy="3685099"/>
          </a:xfrm>
          <a:prstGeom prst="rect">
            <a:avLst/>
          </a:prstGeom>
        </p:spPr>
      </p:pic>
      <p:sp>
        <p:nvSpPr>
          <p:cNvPr id="7" name="제목 3"/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ko-KR" altLang="en-US" sz="3600" b="1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실습 파일 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0" y="1153298"/>
            <a:ext cx="12192000" cy="914399"/>
          </a:xfrm>
          <a:prstGeom prst="rect">
            <a:avLst/>
          </a:prstGeom>
          <a:pattFill prst="dkUpDiag">
            <a:fgClr>
              <a:schemeClr val="bg2">
                <a:lumMod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내용 개체 틀 1">
            <a:extLst>
              <a:ext uri="{FF2B5EF4-FFF2-40B4-BE49-F238E27FC236}">
                <a16:creationId xmlns:a16="http://schemas.microsoft.com/office/drawing/2014/main" id="{2EBDDC94-86D1-4814-9590-0B740A448669}"/>
              </a:ext>
            </a:extLst>
          </p:cNvPr>
          <p:cNvSpPr txBox="1">
            <a:spLocks/>
          </p:cNvSpPr>
          <p:nvPr/>
        </p:nvSpPr>
        <p:spPr>
          <a:xfrm>
            <a:off x="228322" y="1268628"/>
            <a:ext cx="10493957" cy="68374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ko-KR"/>
            </a:defPPr>
            <a:lvl1pPr lvl="0" indent="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  <a:lvl2pPr marL="252000" lvl="1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3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2pPr>
            <a:lvl3pPr marL="252000" lvl="2" indent="-252000">
              <a:lnSpc>
                <a:spcPct val="110000"/>
              </a:lnSpc>
              <a:spcBef>
                <a:spcPts val="600"/>
              </a:spcBef>
              <a:buSzPct val="110000"/>
              <a:buFontTx/>
              <a:buBlip>
                <a:blip r:embed="rId4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3pPr>
            <a:lvl4pPr marL="252000" lvl="3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5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4pPr>
            <a:lvl5pPr marL="252000" lvl="4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6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5pPr>
            <a:lvl6pPr marL="252000" lvl="5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7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6pPr>
            <a:lvl7pPr marL="252000" lvl="6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8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7pPr>
            <a:lvl8pPr marL="252000" lvl="7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9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8pPr>
            <a:lvl9pPr marL="252000" lvl="8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10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9pPr>
          </a:lstStyle>
          <a:p>
            <a:pPr>
              <a:buSzPct val="120000"/>
            </a:pP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www.github.com/sunkusun9/SQLD_2605</a:t>
            </a:r>
            <a:r>
              <a:rPr lang="ko-KR" altLang="en-US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200" b="1" spc="-150" dirty="0" err="1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다운로드하여</a:t>
            </a:r>
            <a:r>
              <a:rPr lang="ko-KR" altLang="en-US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C:\multisqld</a:t>
            </a:r>
            <a:r>
              <a:rPr lang="ko-KR" altLang="en-US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 </a:t>
            </a:r>
            <a:r>
              <a:rPr lang="ko-KR" altLang="en-US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압축을 풉니다</a:t>
            </a: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altLang="ko-KR" sz="2200" b="1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367653" y="2428852"/>
            <a:ext cx="1099947" cy="374865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139922" y="4847583"/>
            <a:ext cx="2527578" cy="353068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11"/>
          <a:srcRect r="44896"/>
          <a:stretch/>
        </p:blipFill>
        <p:spPr>
          <a:xfrm>
            <a:off x="7625274" y="2183027"/>
            <a:ext cx="4357176" cy="4048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683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3"/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ko-KR" altLang="en-US" sz="3600" b="1" spc="-150" dirty="0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커맨드창</a:t>
            </a:r>
            <a:r>
              <a:rPr lang="ko-KR" altLang="en-US" sz="3600" b="1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 구동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322" y="2092260"/>
            <a:ext cx="2481641" cy="4579127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0" y="1239116"/>
            <a:ext cx="12192000" cy="490624"/>
          </a:xfrm>
          <a:prstGeom prst="rect">
            <a:avLst/>
          </a:prstGeom>
          <a:pattFill prst="dkUpDiag">
            <a:fgClr>
              <a:schemeClr val="bg2">
                <a:lumMod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내용 개체 틀 1">
            <a:extLst>
              <a:ext uri="{FF2B5EF4-FFF2-40B4-BE49-F238E27FC236}">
                <a16:creationId xmlns:a16="http://schemas.microsoft.com/office/drawing/2014/main" id="{2EBDDC94-86D1-4814-9590-0B740A448669}"/>
              </a:ext>
            </a:extLst>
          </p:cNvPr>
          <p:cNvSpPr txBox="1">
            <a:spLocks/>
          </p:cNvSpPr>
          <p:nvPr/>
        </p:nvSpPr>
        <p:spPr>
          <a:xfrm>
            <a:off x="228322" y="1358082"/>
            <a:ext cx="8469061" cy="24930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ko-KR"/>
            </a:defPPr>
            <a:lvl1pPr lvl="0" indent="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  <a:lvl2pPr marL="252000" lvl="1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3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2pPr>
            <a:lvl3pPr marL="252000" lvl="2" indent="-252000">
              <a:lnSpc>
                <a:spcPct val="110000"/>
              </a:lnSpc>
              <a:spcBef>
                <a:spcPts val="600"/>
              </a:spcBef>
              <a:buSzPct val="110000"/>
              <a:buFontTx/>
              <a:buBlip>
                <a:blip r:embed="rId4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3pPr>
            <a:lvl4pPr marL="252000" lvl="3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5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4pPr>
            <a:lvl5pPr marL="252000" lvl="4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6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5pPr>
            <a:lvl6pPr marL="252000" lvl="5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7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6pPr>
            <a:lvl7pPr marL="252000" lvl="6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8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7pPr>
            <a:lvl8pPr marL="252000" lvl="7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9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8pPr>
            <a:lvl9pPr marL="252000" lvl="8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10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9pPr>
          </a:lstStyle>
          <a:p>
            <a:pPr>
              <a:buSzPct val="120000"/>
            </a:pPr>
            <a:r>
              <a:rPr lang="ko-KR" altLang="en-US" sz="2200" b="1" spc="-150" dirty="0" err="1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커맨드창</a:t>
            </a:r>
            <a:r>
              <a:rPr lang="ko-KR" altLang="en-US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구동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</a:t>
            </a:r>
            <a:r>
              <a:rPr lang="ko-KR" altLang="en-US" sz="2200" b="1" spc="-150" dirty="0" err="1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좌하단</a:t>
            </a:r>
            <a:r>
              <a:rPr lang="ko-KR" altLang="en-US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윈도우 아이콘 </a:t>
            </a:r>
            <a:r>
              <a:rPr lang="ko-KR" altLang="en-US" sz="2200" b="1" spc="-150" dirty="0" err="1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우클릭</a:t>
            </a:r>
            <a:r>
              <a:rPr lang="ko-KR" altLang="en-US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&gt; </a:t>
            </a:r>
            <a:r>
              <a:rPr lang="ko-KR" altLang="en-US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실행 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&gt; </a:t>
            </a:r>
            <a:r>
              <a:rPr lang="ko-KR" altLang="en-US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열기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200" b="1" spc="-150" dirty="0" err="1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cmd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43814" y="5674994"/>
            <a:ext cx="1856790" cy="27793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11806" y="4598446"/>
            <a:ext cx="3762375" cy="1924050"/>
          </a:xfrm>
          <a:prstGeom prst="rect">
            <a:avLst/>
          </a:prstGeom>
        </p:spPr>
      </p:pic>
      <p:sp>
        <p:nvSpPr>
          <p:cNvPr id="6" name="오른쪽 화살표 5"/>
          <p:cNvSpPr/>
          <p:nvPr/>
        </p:nvSpPr>
        <p:spPr>
          <a:xfrm>
            <a:off x="2916096" y="5674994"/>
            <a:ext cx="489577" cy="27793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31585" y="1726352"/>
            <a:ext cx="4867119" cy="2872094"/>
          </a:xfrm>
          <a:prstGeom prst="rect">
            <a:avLst/>
          </a:prstGeom>
        </p:spPr>
      </p:pic>
      <p:sp>
        <p:nvSpPr>
          <p:cNvPr id="13" name="굽은 화살표 12"/>
          <p:cNvSpPr/>
          <p:nvPr/>
        </p:nvSpPr>
        <p:spPr>
          <a:xfrm>
            <a:off x="6381562" y="4027260"/>
            <a:ext cx="556727" cy="571186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6269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3"/>
          <p:cNvSpPr txBox="1">
            <a:spLocks/>
          </p:cNvSpPr>
          <p:nvPr/>
        </p:nvSpPr>
        <p:spPr>
          <a:xfrm>
            <a:off x="228321" y="247670"/>
            <a:ext cx="9179289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en-US" altLang="ko-KR" sz="3600" b="1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WSL(Windows System for Linux</a:t>
            </a:r>
            <a:r>
              <a:rPr lang="en-US" altLang="ko-KR" sz="3600" b="1" spc="-15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) </a:t>
            </a:r>
            <a:r>
              <a:rPr lang="ko-KR" altLang="en-US" sz="3600" b="1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업데이트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275" y="1596725"/>
            <a:ext cx="9315450" cy="486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4494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3"/>
          <p:cNvSpPr txBox="1">
            <a:spLocks/>
          </p:cNvSpPr>
          <p:nvPr/>
        </p:nvSpPr>
        <p:spPr>
          <a:xfrm>
            <a:off x="228321" y="247670"/>
            <a:ext cx="9179289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en-US" altLang="ko-KR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WSL</a:t>
            </a:r>
            <a:r>
              <a:rPr lang="ko-KR" altLang="en-US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에 </a:t>
            </a:r>
            <a:r>
              <a:rPr lang="en-US" altLang="ko-KR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Ubuntu Linux </a:t>
            </a:r>
            <a:r>
              <a:rPr lang="ko-KR" altLang="en-US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설치</a:t>
            </a:r>
            <a:endParaRPr lang="ko-KR" altLang="en-US" sz="3600" b="1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" panose="020B0502040204020203" pitchFamily="34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086" y="1418968"/>
            <a:ext cx="9324975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6765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3"/>
          <p:cNvSpPr txBox="1">
            <a:spLocks/>
          </p:cNvSpPr>
          <p:nvPr/>
        </p:nvSpPr>
        <p:spPr>
          <a:xfrm>
            <a:off x="228321" y="247670"/>
            <a:ext cx="9179289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en-US" altLang="ko-KR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WSL</a:t>
            </a:r>
            <a:r>
              <a:rPr lang="ko-KR" altLang="en-US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에 </a:t>
            </a:r>
            <a:r>
              <a:rPr lang="en-US" altLang="ko-KR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Ubuntu Linux </a:t>
            </a:r>
            <a:r>
              <a:rPr lang="ko-KR" altLang="en-US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설정</a:t>
            </a:r>
            <a:endParaRPr lang="ko-KR" altLang="en-US" sz="3600" b="1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" panose="020B0502040204020203" pitchFamily="34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/>
          <a:srcRect t="48269"/>
          <a:stretch/>
        </p:blipFill>
        <p:spPr>
          <a:xfrm>
            <a:off x="1202853" y="1375717"/>
            <a:ext cx="9324975" cy="2522839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888259" y="2957383"/>
            <a:ext cx="477795" cy="20594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861681" y="2965621"/>
            <a:ext cx="3196901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New password: </a:t>
            </a:r>
            <a:r>
              <a:rPr lang="en-US" altLang="ko-KR" dirty="0" err="1" smtClean="0">
                <a:solidFill>
                  <a:schemeClr val="accent2"/>
                </a:solidFill>
              </a:rPr>
              <a:t>sqld</a:t>
            </a:r>
            <a:endParaRPr lang="en-US" altLang="ko-KR" dirty="0" smtClean="0">
              <a:solidFill>
                <a:schemeClr val="accent2"/>
              </a:solidFill>
            </a:endParaRPr>
          </a:p>
          <a:p>
            <a:r>
              <a:rPr lang="en-US" altLang="ko-KR" dirty="0" smtClean="0"/>
              <a:t>Retype  new password: </a:t>
            </a:r>
            <a:r>
              <a:rPr lang="en-US" altLang="ko-KR" dirty="0" err="1" smtClean="0">
                <a:solidFill>
                  <a:schemeClr val="accent2"/>
                </a:solidFill>
              </a:rPr>
              <a:t>sqld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cxnSp>
        <p:nvCxnSpPr>
          <p:cNvPr id="8" name="직선 화살표 연결선 7"/>
          <p:cNvCxnSpPr>
            <a:stCxn id="5" idx="1"/>
          </p:cNvCxnSpPr>
          <p:nvPr/>
        </p:nvCxnSpPr>
        <p:spPr>
          <a:xfrm flipH="1">
            <a:off x="2817340" y="3288787"/>
            <a:ext cx="4044341" cy="2676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4544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19518"/>
          <a:stretch/>
        </p:blipFill>
        <p:spPr>
          <a:xfrm>
            <a:off x="1246050" y="2537255"/>
            <a:ext cx="9299847" cy="4187391"/>
          </a:xfrm>
          <a:prstGeom prst="rect">
            <a:avLst/>
          </a:prstGeom>
        </p:spPr>
      </p:pic>
      <p:sp>
        <p:nvSpPr>
          <p:cNvPr id="7" name="제목 3"/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en-US" altLang="ko-KR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Docker </a:t>
            </a:r>
            <a:r>
              <a:rPr lang="ko-KR" altLang="en-US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설치</a:t>
            </a:r>
            <a:endParaRPr lang="ko-KR" altLang="en-US" sz="3600" b="1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" panose="020B0502040204020203" pitchFamily="34" charset="0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0" y="1153297"/>
            <a:ext cx="12192000" cy="1268627"/>
          </a:xfrm>
          <a:prstGeom prst="rect">
            <a:avLst/>
          </a:prstGeom>
          <a:pattFill prst="dkUpDiag">
            <a:fgClr>
              <a:schemeClr val="bg2">
                <a:lumMod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내용 개체 틀 1">
            <a:extLst>
              <a:ext uri="{FF2B5EF4-FFF2-40B4-BE49-F238E27FC236}">
                <a16:creationId xmlns:a16="http://schemas.microsoft.com/office/drawing/2014/main" id="{2EBDDC94-86D1-4814-9590-0B740A448669}"/>
              </a:ext>
            </a:extLst>
          </p:cNvPr>
          <p:cNvSpPr txBox="1">
            <a:spLocks/>
          </p:cNvSpPr>
          <p:nvPr/>
        </p:nvSpPr>
        <p:spPr>
          <a:xfrm>
            <a:off x="228322" y="1268628"/>
            <a:ext cx="8469061" cy="108739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ko-KR"/>
            </a:defPPr>
            <a:lvl1pPr lvl="0" indent="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  <a:lvl2pPr marL="252000" lvl="1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3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2pPr>
            <a:lvl3pPr marL="252000" lvl="2" indent="-252000">
              <a:lnSpc>
                <a:spcPct val="110000"/>
              </a:lnSpc>
              <a:spcBef>
                <a:spcPts val="600"/>
              </a:spcBef>
              <a:buSzPct val="110000"/>
              <a:buFontTx/>
              <a:buBlip>
                <a:blip r:embed="rId4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3pPr>
            <a:lvl4pPr marL="252000" lvl="3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5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4pPr>
            <a:lvl5pPr marL="252000" lvl="4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6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5pPr>
            <a:lvl6pPr marL="252000" lvl="5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7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6pPr>
            <a:lvl7pPr marL="252000" lvl="6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8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7pPr>
            <a:lvl8pPr marL="252000" lvl="7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9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8pPr>
            <a:lvl9pPr marL="252000" lvl="8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10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9pPr>
          </a:lstStyle>
          <a:p>
            <a:pPr>
              <a:buSzPct val="120000"/>
            </a:pPr>
            <a:r>
              <a:rPr lang="ko-KR" altLang="en-US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실습 환경은 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Docker</a:t>
            </a:r>
            <a:r>
              <a:rPr lang="ko-KR" altLang="en-US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를 기반으로 구축되어 있습니다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>
              <a:buSzPct val="120000"/>
            </a:pPr>
            <a:r>
              <a:rPr lang="en-US" altLang="ko-KR" sz="2200" b="1" spc="-150" dirty="0" err="1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wsl</a:t>
            </a: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환경에서 </a:t>
            </a: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Docker</a:t>
            </a:r>
            <a:r>
              <a:rPr lang="ko-KR" altLang="en-US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를 설치합니다</a:t>
            </a: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altLang="ko-KR" sz="2200" b="1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806656" y="2905040"/>
            <a:ext cx="2057249" cy="44216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421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212" y="2471353"/>
            <a:ext cx="10536120" cy="3953427"/>
          </a:xfrm>
          <a:prstGeom prst="rect">
            <a:avLst/>
          </a:prstGeom>
        </p:spPr>
      </p:pic>
      <p:sp>
        <p:nvSpPr>
          <p:cNvPr id="7" name="제목 3"/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en-US" altLang="ko-KR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Docker </a:t>
            </a:r>
            <a:r>
              <a:rPr lang="ko-KR" altLang="en-US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설치</a:t>
            </a:r>
            <a:endParaRPr lang="ko-KR" altLang="en-US" sz="3600" b="1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" panose="020B0502040204020203" pitchFamily="34" charset="0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0" y="1153297"/>
            <a:ext cx="12192000" cy="1268627"/>
          </a:xfrm>
          <a:prstGeom prst="rect">
            <a:avLst/>
          </a:prstGeom>
          <a:pattFill prst="dkUpDiag">
            <a:fgClr>
              <a:schemeClr val="bg2">
                <a:lumMod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내용 개체 틀 1">
            <a:extLst>
              <a:ext uri="{FF2B5EF4-FFF2-40B4-BE49-F238E27FC236}">
                <a16:creationId xmlns:a16="http://schemas.microsoft.com/office/drawing/2014/main" id="{2EBDDC94-86D1-4814-9590-0B740A448669}"/>
              </a:ext>
            </a:extLst>
          </p:cNvPr>
          <p:cNvSpPr txBox="1">
            <a:spLocks/>
          </p:cNvSpPr>
          <p:nvPr/>
        </p:nvSpPr>
        <p:spPr>
          <a:xfrm>
            <a:off x="228322" y="1268628"/>
            <a:ext cx="8469061" cy="108739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ko-KR"/>
            </a:defPPr>
            <a:lvl1pPr lvl="0" indent="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  <a:lvl2pPr marL="252000" lvl="1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3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2pPr>
            <a:lvl3pPr marL="252000" lvl="2" indent="-252000">
              <a:lnSpc>
                <a:spcPct val="110000"/>
              </a:lnSpc>
              <a:spcBef>
                <a:spcPts val="600"/>
              </a:spcBef>
              <a:buSzPct val="110000"/>
              <a:buFontTx/>
              <a:buBlip>
                <a:blip r:embed="rId4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3pPr>
            <a:lvl4pPr marL="252000" lvl="3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5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4pPr>
            <a:lvl5pPr marL="252000" lvl="4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6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5pPr>
            <a:lvl6pPr marL="252000" lvl="5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7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6pPr>
            <a:lvl7pPr marL="252000" lvl="6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8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7pPr>
            <a:lvl8pPr marL="252000" lvl="7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9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8pPr>
            <a:lvl9pPr marL="252000" lvl="8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10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9pPr>
          </a:lstStyle>
          <a:p>
            <a:pPr>
              <a:buSzPct val="120000"/>
            </a:pPr>
            <a:r>
              <a:rPr lang="ko-KR" altLang="en-US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실습 환경은 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Docker</a:t>
            </a:r>
            <a:r>
              <a:rPr lang="ko-KR" altLang="en-US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를 기반으로 구축되어 있습니다</a:t>
            </a:r>
            <a:r>
              <a:rPr lang="en-US" altLang="ko-KR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>
              <a:buSzPct val="120000"/>
            </a:pPr>
            <a:r>
              <a:rPr lang="en-US" altLang="ko-KR" sz="2200" b="1" spc="-150" dirty="0" err="1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wsl</a:t>
            </a: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환경에서 </a:t>
            </a: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Docker</a:t>
            </a:r>
            <a:r>
              <a:rPr lang="ko-KR" altLang="en-US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를 설치합니다</a:t>
            </a: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altLang="ko-KR" sz="2200" b="1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434227" y="2871484"/>
            <a:ext cx="3310522" cy="391833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2465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3"/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en-US" altLang="ko-KR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WSL </a:t>
            </a:r>
            <a:r>
              <a:rPr lang="ko-KR" altLang="en-US" sz="3600" b="1" spc="-150" dirty="0" err="1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재시작</a:t>
            </a:r>
            <a:endParaRPr lang="ko-KR" altLang="en-US" sz="3600" b="1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" panose="020B0502040204020203" pitchFamily="34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560" y="1951724"/>
            <a:ext cx="9353550" cy="1076325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5345583" y="1966783"/>
            <a:ext cx="826617" cy="176342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2373783" y="2401714"/>
            <a:ext cx="1321917" cy="18908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2373784" y="2714882"/>
            <a:ext cx="664692" cy="171194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321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3"/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en-US" altLang="ko-KR" sz="3600" b="1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Docker </a:t>
            </a:r>
            <a:r>
              <a:rPr lang="ko-KR" altLang="en-US" sz="3600" b="1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이미지 다운로드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378940" y="1705402"/>
            <a:ext cx="989364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/>
              <a:t>https://drive.google.com/drive/folders/1pvnHje8sxQ0feT4cHP8OabFxlq6hehxj?usp=drive_link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07540" y="3402228"/>
            <a:ext cx="79363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위 링크에는 </a:t>
            </a:r>
            <a:r>
              <a:rPr lang="en-US" altLang="ko-KR" dirty="0"/>
              <a:t>SQLD </a:t>
            </a:r>
            <a:r>
              <a:rPr lang="ko-KR" altLang="en-US" dirty="0"/>
              <a:t>실습 환경 구성에 필요한 이미지 파일이 있습니다</a:t>
            </a:r>
            <a:r>
              <a:rPr lang="en-US" altLang="ko-KR" dirty="0"/>
              <a:t>. </a:t>
            </a:r>
            <a:r>
              <a:rPr lang="en-US" altLang="ko-KR" dirty="0" smtClean="0"/>
              <a:t>C:\multisqld\images</a:t>
            </a:r>
            <a:r>
              <a:rPr lang="ko-KR" altLang="en-US" dirty="0"/>
              <a:t>로 다운로드 받으세요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323" y="2203300"/>
            <a:ext cx="10585622" cy="1143014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58" y="4184948"/>
            <a:ext cx="8420443" cy="2267042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378940" y="2615198"/>
            <a:ext cx="1926110" cy="59472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2375736" y="4615448"/>
            <a:ext cx="2558213" cy="1080502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378940" y="1637215"/>
            <a:ext cx="9893643" cy="510171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807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3"/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ko-KR" altLang="en-US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실습 환경 </a:t>
            </a:r>
            <a:r>
              <a:rPr lang="en-US" altLang="ko-KR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Docker </a:t>
            </a:r>
            <a:r>
              <a:rPr lang="ko-KR" altLang="en-US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이미지 등록</a:t>
            </a:r>
            <a:endParaRPr lang="ko-KR" altLang="en-US" sz="3600" b="1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" panose="020B0502040204020203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751" y="1410730"/>
            <a:ext cx="8949638" cy="4685291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4550504" y="1681033"/>
            <a:ext cx="1716946" cy="31921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1356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3"/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ko-KR" altLang="en-US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실습 환경 </a:t>
            </a:r>
            <a:r>
              <a:rPr lang="en-US" altLang="ko-KR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Docker </a:t>
            </a:r>
            <a:r>
              <a:rPr lang="ko-KR" altLang="en-US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이미지 등록</a:t>
            </a:r>
            <a:endParaRPr lang="ko-KR" altLang="en-US" sz="3600" b="1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" panose="020B0502040204020203" pitchFamily="34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/>
          <a:srcRect t="67036"/>
          <a:stretch/>
        </p:blipFill>
        <p:spPr>
          <a:xfrm>
            <a:off x="561237" y="2238375"/>
            <a:ext cx="10574226" cy="1972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1237" y="1676399"/>
            <a:ext cx="9496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이미지 등록을 성공하면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다운로드 받은 이미지는 더 이상 필요 없습니다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삭제해도 됩니다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4264754" y="3700333"/>
            <a:ext cx="1716946" cy="31921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569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그룹 65">
            <a:extLst>
              <a:ext uri="{FF2B5EF4-FFF2-40B4-BE49-F238E27FC236}">
                <a16:creationId xmlns:a16="http://schemas.microsoft.com/office/drawing/2014/main" id="{906DA828-ECE9-2B5C-421D-CFC40B193035}"/>
              </a:ext>
            </a:extLst>
          </p:cNvPr>
          <p:cNvGrpSpPr/>
          <p:nvPr/>
        </p:nvGrpSpPr>
        <p:grpSpPr>
          <a:xfrm>
            <a:off x="262074" y="999405"/>
            <a:ext cx="7377111" cy="4763940"/>
            <a:chOff x="262074" y="524178"/>
            <a:chExt cx="7377111" cy="4763940"/>
          </a:xfrm>
        </p:grpSpPr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>
              <a:off x="262074" y="524178"/>
              <a:ext cx="2581275" cy="5743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4000"/>
                </a:lnSpc>
              </a:pPr>
              <a:r>
                <a:rPr lang="en-US" altLang="ko-KR" sz="3600" b="1" spc="-15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Segoe UI" panose="020B0502040204020203" pitchFamily="34" charset="0"/>
                </a:rPr>
                <a:t>Contents</a:t>
              </a:r>
            </a:p>
          </p:txBody>
        </p: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14AD3D1C-4811-FDE7-8673-2B25C9C40589}"/>
                </a:ext>
              </a:extLst>
            </p:cNvPr>
            <p:cNvGrpSpPr/>
            <p:nvPr/>
          </p:nvGrpSpPr>
          <p:grpSpPr>
            <a:xfrm>
              <a:off x="2343285" y="1302207"/>
              <a:ext cx="5295900" cy="4461"/>
              <a:chOff x="2343285" y="1245057"/>
              <a:chExt cx="5295900" cy="4461"/>
            </a:xfrm>
          </p:grpSpPr>
          <p:cxnSp>
            <p:nvCxnSpPr>
              <p:cNvPr id="19" name="직선 연결선 18"/>
              <p:cNvCxnSpPr/>
              <p:nvPr/>
            </p:nvCxnSpPr>
            <p:spPr>
              <a:xfrm>
                <a:off x="2343285" y="1245057"/>
                <a:ext cx="781050" cy="446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직선 연결선 22"/>
              <p:cNvCxnSpPr/>
              <p:nvPr/>
            </p:nvCxnSpPr>
            <p:spPr>
              <a:xfrm>
                <a:off x="3124335" y="1249518"/>
                <a:ext cx="4514850" cy="0"/>
              </a:xfrm>
              <a:prstGeom prst="line">
                <a:avLst/>
              </a:prstGeom>
              <a:ln w="12700">
                <a:solidFill>
                  <a:srgbClr val="0232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E4ED83C9-7D1C-261F-1AB4-33D2D92C3759}"/>
                </a:ext>
              </a:extLst>
            </p:cNvPr>
            <p:cNvGrpSpPr/>
            <p:nvPr/>
          </p:nvGrpSpPr>
          <p:grpSpPr>
            <a:xfrm>
              <a:off x="2377152" y="1531858"/>
              <a:ext cx="2608533" cy="400110"/>
              <a:chOff x="2377152" y="1359802"/>
              <a:chExt cx="2608533" cy="400110"/>
            </a:xfrm>
          </p:grpSpPr>
          <p:sp>
            <p:nvSpPr>
              <p:cNvPr id="30" name="내용 개체 틀 1">
                <a:extLst>
                  <a:ext uri="{FF2B5EF4-FFF2-40B4-BE49-F238E27FC236}">
                    <a16:creationId xmlns:a16="http://schemas.microsoft.com/office/drawing/2014/main" id="{2EBDDC94-86D1-4814-9590-0B740A44866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77152" y="1399621"/>
                <a:ext cx="647699" cy="3204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defPPr>
                  <a:defRPr lang="ko-KR"/>
                </a:defPPr>
                <a:lvl1pPr lvl="0" indent="0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1pPr>
                <a:lvl2pPr marL="252000" lvl="1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2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2pPr>
                <a:lvl3pPr marL="252000" lvl="2" indent="-252000">
                  <a:lnSpc>
                    <a:spcPct val="110000"/>
                  </a:lnSpc>
                  <a:spcBef>
                    <a:spcPts val="600"/>
                  </a:spcBef>
                  <a:buSzPct val="110000"/>
                  <a:buFontTx/>
                  <a:buBlip>
                    <a:blip r:embed="rId3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3pPr>
                <a:lvl4pPr marL="252000" lvl="3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4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4pPr>
                <a:lvl5pPr marL="252000" lvl="4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5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5pPr>
                <a:lvl6pPr marL="252000" lvl="5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6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6pPr>
                <a:lvl7pPr marL="252000" lvl="6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7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7pPr>
                <a:lvl8pPr marL="252000" lvl="7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8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8pPr>
                <a:lvl9pPr marL="252000" lvl="8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9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9pPr>
              </a:lstStyle>
              <a:p>
                <a:pPr algn="ctr">
                  <a:lnSpc>
                    <a:spcPct val="100000"/>
                  </a:lnSpc>
                  <a:buSzPct val="120000"/>
                </a:pPr>
                <a:r>
                  <a:rPr lang="en-US" altLang="ko-KR" sz="2400" b="1" spc="-150" dirty="0">
                    <a:ln>
                      <a:solidFill>
                        <a:srgbClr val="4F81BD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Segoe UI" panose="020B0502040204020203" pitchFamily="34" charset="0"/>
                  </a:rPr>
                  <a:t>01</a:t>
                </a:r>
              </a:p>
            </p:txBody>
          </p:sp>
          <p:sp>
            <p:nvSpPr>
              <p:cNvPr id="3" name="직사각형 2"/>
              <p:cNvSpPr/>
              <p:nvPr/>
            </p:nvSpPr>
            <p:spPr>
              <a:xfrm>
                <a:off x="3236488" y="1359802"/>
                <a:ext cx="174919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ko-KR" altLang="en-US" sz="2000" b="1" spc="-150" dirty="0">
                    <a:ln>
                      <a:solidFill>
                        <a:srgbClr val="023F73">
                          <a:shade val="50000"/>
                          <a:alpha val="0"/>
                        </a:srgbClr>
                      </a:solidFill>
                    </a:ln>
                    <a:solidFill>
                      <a:srgbClr val="023D7F"/>
                    </a:solidFill>
                    <a:latin typeface="맑은 고딕" panose="020B0503020000020004" pitchFamily="50" charset="-127"/>
                    <a:cs typeface="Arial" panose="020B0604020202020204" pitchFamily="34" charset="0"/>
                  </a:rPr>
                  <a:t>실습 환경 구성</a:t>
                </a:r>
                <a:endParaRPr lang="en-US" altLang="ko-KR" sz="2000" b="1" spc="-150" dirty="0">
                  <a:ln>
                    <a:solidFill>
                      <a:srgbClr val="023F73">
                        <a:shade val="50000"/>
                        <a:alpha val="0"/>
                      </a:srgbClr>
                    </a:solidFill>
                  </a:ln>
                  <a:solidFill>
                    <a:srgbClr val="023D7F"/>
                  </a:solidFill>
                  <a:latin typeface="맑은 고딕" panose="020B0503020000020004" pitchFamily="50" charset="-127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62B7F1C-2680-BF02-1CB3-1754A8089ADB}"/>
                </a:ext>
              </a:extLst>
            </p:cNvPr>
            <p:cNvGrpSpPr/>
            <p:nvPr/>
          </p:nvGrpSpPr>
          <p:grpSpPr>
            <a:xfrm>
              <a:off x="2377152" y="2157158"/>
              <a:ext cx="3387592" cy="400110"/>
              <a:chOff x="2377152" y="1359802"/>
              <a:chExt cx="3387592" cy="400110"/>
            </a:xfrm>
          </p:grpSpPr>
          <p:sp>
            <p:nvSpPr>
              <p:cNvPr id="45" name="내용 개체 틀 1">
                <a:extLst>
                  <a:ext uri="{FF2B5EF4-FFF2-40B4-BE49-F238E27FC236}">
                    <a16:creationId xmlns:a16="http://schemas.microsoft.com/office/drawing/2014/main" id="{CFB6FF55-4B73-86FE-6601-B1385E424E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77152" y="1399621"/>
                <a:ext cx="647699" cy="3204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defPPr>
                  <a:defRPr lang="ko-KR"/>
                </a:defPPr>
                <a:lvl1pPr lvl="0" indent="0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1pPr>
                <a:lvl2pPr marL="252000" lvl="1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2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2pPr>
                <a:lvl3pPr marL="252000" lvl="2" indent="-252000">
                  <a:lnSpc>
                    <a:spcPct val="110000"/>
                  </a:lnSpc>
                  <a:spcBef>
                    <a:spcPts val="600"/>
                  </a:spcBef>
                  <a:buSzPct val="110000"/>
                  <a:buFontTx/>
                  <a:buBlip>
                    <a:blip r:embed="rId3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3pPr>
                <a:lvl4pPr marL="252000" lvl="3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4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4pPr>
                <a:lvl5pPr marL="252000" lvl="4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5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5pPr>
                <a:lvl6pPr marL="252000" lvl="5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6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6pPr>
                <a:lvl7pPr marL="252000" lvl="6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7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7pPr>
                <a:lvl8pPr marL="252000" lvl="7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8"/>
                  </a:buBlip>
                  <a:defRPr spc="-5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8pPr>
                <a:lvl9pPr marL="252000" lvl="8" indent="-252000">
                  <a:lnSpc>
                    <a:spcPct val="110000"/>
                  </a:lnSpc>
                  <a:spcBef>
                    <a:spcPts val="600"/>
                  </a:spcBef>
                  <a:buClr>
                    <a:srgbClr val="8892AA"/>
                  </a:buClr>
                  <a:buSzPct val="110000"/>
                  <a:buFontTx/>
                  <a:buBlip>
                    <a:blip r:embed="rId9"/>
                  </a:buBlip>
                  <a:defRPr spc="-50" baseline="0">
                    <a:gradFill>
                      <a:gsLst>
                        <a:gs pos="0">
                          <a:srgbClr val="000000"/>
                        </a:gs>
                        <a:gs pos="100000">
                          <a:srgbClr val="000000"/>
                        </a:gs>
                      </a:gsLst>
                      <a:lin ang="5400000" scaled="1"/>
                    </a:gradFill>
                    <a:latin typeface="나눔스퀘어" panose="020B0600000101010101" pitchFamily="50" charset="-127"/>
                    <a:ea typeface="나눔스퀘어" panose="020B0600000101010101" pitchFamily="50" charset="-127"/>
                  </a:defRPr>
                </a:lvl9pPr>
              </a:lstStyle>
              <a:p>
                <a:pPr algn="ctr">
                  <a:lnSpc>
                    <a:spcPct val="100000"/>
                  </a:lnSpc>
                  <a:buSzPct val="120000"/>
                </a:pPr>
                <a:r>
                  <a:rPr lang="en-US" altLang="ko-KR" sz="2400" b="1" spc="-150" dirty="0">
                    <a:ln>
                      <a:solidFill>
                        <a:srgbClr val="4F81BD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Segoe UI" panose="020B0502040204020203" pitchFamily="34" charset="0"/>
                  </a:rPr>
                  <a:t>02</a:t>
                </a:r>
              </a:p>
            </p:txBody>
          </p:sp>
          <p:sp>
            <p:nvSpPr>
              <p:cNvPr id="46" name="직사각형 45">
                <a:extLst>
                  <a:ext uri="{FF2B5EF4-FFF2-40B4-BE49-F238E27FC236}">
                    <a16:creationId xmlns:a16="http://schemas.microsoft.com/office/drawing/2014/main" id="{6D849D93-4C59-628D-4A52-E58DB4672558}"/>
                  </a:ext>
                </a:extLst>
              </p:cNvPr>
              <p:cNvSpPr/>
              <p:nvPr/>
            </p:nvSpPr>
            <p:spPr>
              <a:xfrm>
                <a:off x="3236488" y="1359802"/>
                <a:ext cx="2528256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ko-KR" altLang="en-US" sz="2000" b="1" spc="-150" dirty="0">
                    <a:ln>
                      <a:solidFill>
                        <a:srgbClr val="023F73">
                          <a:shade val="50000"/>
                          <a:alpha val="0"/>
                        </a:srgbClr>
                      </a:solidFill>
                    </a:ln>
                    <a:solidFill>
                      <a:schemeClr val="accent2"/>
                    </a:solidFill>
                    <a:effectLst>
                      <a:glow rad="63500">
                        <a:schemeClr val="bg2"/>
                      </a:glow>
                    </a:effectLst>
                    <a:latin typeface="맑은 고딕" panose="020B0503020000020004" pitchFamily="50" charset="-127"/>
                    <a:ea typeface="맑은 고딕" panose="020B0503020000020004" pitchFamily="50" charset="-127"/>
                    <a:cs typeface="Arial" panose="020B0604020202020204" pitchFamily="34" charset="0"/>
                  </a:rPr>
                  <a:t>실습 환경 구동 </a:t>
                </a:r>
                <a:r>
                  <a:rPr lang="en-US" altLang="ko-KR" sz="2000" b="1" spc="-150" dirty="0">
                    <a:ln>
                      <a:solidFill>
                        <a:srgbClr val="023F73">
                          <a:shade val="50000"/>
                          <a:alpha val="0"/>
                        </a:srgbClr>
                      </a:solidFill>
                    </a:ln>
                    <a:solidFill>
                      <a:schemeClr val="accent2"/>
                    </a:solidFill>
                    <a:effectLst>
                      <a:glow rad="63500">
                        <a:schemeClr val="bg2"/>
                      </a:glow>
                    </a:effectLst>
                    <a:latin typeface="맑은 고딕" panose="020B0503020000020004" pitchFamily="50" charset="-127"/>
                    <a:ea typeface="맑은 고딕" panose="020B0503020000020004" pitchFamily="50" charset="-127"/>
                    <a:cs typeface="Arial" panose="020B0604020202020204" pitchFamily="34" charset="0"/>
                  </a:rPr>
                  <a:t>/ </a:t>
                </a:r>
                <a:r>
                  <a:rPr lang="ko-KR" altLang="en-US" sz="2000" b="1" spc="-150" dirty="0">
                    <a:ln>
                      <a:solidFill>
                        <a:srgbClr val="023F73">
                          <a:shade val="50000"/>
                          <a:alpha val="0"/>
                        </a:srgbClr>
                      </a:solidFill>
                    </a:ln>
                    <a:solidFill>
                      <a:schemeClr val="accent2"/>
                    </a:solidFill>
                    <a:effectLst>
                      <a:glow rad="63500">
                        <a:schemeClr val="bg2"/>
                      </a:glow>
                    </a:effectLst>
                    <a:latin typeface="맑은 고딕" panose="020B0503020000020004" pitchFamily="50" charset="-127"/>
                    <a:ea typeface="맑은 고딕" panose="020B0503020000020004" pitchFamily="50" charset="-127"/>
                    <a:cs typeface="Arial" panose="020B0604020202020204" pitchFamily="34" charset="0"/>
                  </a:rPr>
                  <a:t>정지</a:t>
                </a: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D2C40684-10F2-00C5-FE5C-921854025644}"/>
                </a:ext>
              </a:extLst>
            </p:cNvPr>
            <p:cNvGrpSpPr/>
            <p:nvPr/>
          </p:nvGrpSpPr>
          <p:grpSpPr>
            <a:xfrm>
              <a:off x="2343285" y="5283657"/>
              <a:ext cx="5295900" cy="4461"/>
              <a:chOff x="2343285" y="1245057"/>
              <a:chExt cx="5295900" cy="4461"/>
            </a:xfrm>
          </p:grpSpPr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70C37600-B326-46E3-1D27-0E54729CEBED}"/>
                  </a:ext>
                </a:extLst>
              </p:cNvPr>
              <p:cNvCxnSpPr/>
              <p:nvPr/>
            </p:nvCxnSpPr>
            <p:spPr>
              <a:xfrm>
                <a:off x="2343285" y="1245057"/>
                <a:ext cx="781050" cy="446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>
                <a:extLst>
                  <a:ext uri="{FF2B5EF4-FFF2-40B4-BE49-F238E27FC236}">
                    <a16:creationId xmlns:a16="http://schemas.microsoft.com/office/drawing/2014/main" id="{C3B84592-5263-7C9F-8EDE-4D3B77B044D6}"/>
                  </a:ext>
                </a:extLst>
              </p:cNvPr>
              <p:cNvCxnSpPr/>
              <p:nvPr/>
            </p:nvCxnSpPr>
            <p:spPr>
              <a:xfrm>
                <a:off x="3124335" y="1249518"/>
                <a:ext cx="4514850" cy="0"/>
              </a:xfrm>
              <a:prstGeom prst="line">
                <a:avLst/>
              </a:prstGeom>
              <a:ln w="12700">
                <a:solidFill>
                  <a:srgbClr val="0232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55639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3"/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ko-KR" altLang="en-US" sz="3600" b="1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실습 환경 구동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273903" y="5854837"/>
            <a:ext cx="563172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http://</a:t>
            </a:r>
            <a:r>
              <a:rPr lang="ko-KR" altLang="en-US" dirty="0" smtClean="0"/>
              <a:t>localhost:888</a:t>
            </a:r>
            <a:r>
              <a:rPr lang="en-US" altLang="ko-KR" dirty="0" smtClean="0"/>
              <a:t>9</a:t>
            </a:r>
            <a:r>
              <a:rPr lang="ko-KR" altLang="en-US" dirty="0" smtClean="0"/>
              <a:t>/?</a:t>
            </a:r>
            <a:r>
              <a:rPr lang="ko-KR" altLang="en-US" dirty="0"/>
              <a:t>token=multisqld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603" y="1221260"/>
            <a:ext cx="8410704" cy="4398652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4436203" y="1423858"/>
            <a:ext cx="1840771" cy="37636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1273903" y="5847802"/>
            <a:ext cx="4355372" cy="37636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2535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3"/>
          <p:cNvSpPr txBox="1">
            <a:spLocks/>
          </p:cNvSpPr>
          <p:nvPr/>
        </p:nvSpPr>
        <p:spPr>
          <a:xfrm>
            <a:off x="228322" y="247670"/>
            <a:ext cx="8147050" cy="553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14000"/>
              </a:lnSpc>
            </a:pPr>
            <a:r>
              <a:rPr lang="ko-KR" altLang="en-US" sz="3600" b="1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실습 환경 </a:t>
            </a:r>
            <a:r>
              <a:rPr lang="ko-KR" altLang="en-US" sz="3600" b="1" spc="-150" dirty="0" smtClean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rPr>
              <a:t>정지</a:t>
            </a:r>
            <a:endParaRPr lang="ko-KR" altLang="en-US" sz="3600" b="1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" panose="020B0502040204020203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0" y="1239116"/>
            <a:ext cx="12192000" cy="490624"/>
          </a:xfrm>
          <a:prstGeom prst="rect">
            <a:avLst/>
          </a:prstGeom>
          <a:pattFill prst="dkUpDiag">
            <a:fgClr>
              <a:schemeClr val="bg2">
                <a:lumMod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내용 개체 틀 1">
            <a:extLst>
              <a:ext uri="{FF2B5EF4-FFF2-40B4-BE49-F238E27FC236}">
                <a16:creationId xmlns:a16="http://schemas.microsoft.com/office/drawing/2014/main" id="{2EBDDC94-86D1-4814-9590-0B740A448669}"/>
              </a:ext>
            </a:extLst>
          </p:cNvPr>
          <p:cNvSpPr txBox="1">
            <a:spLocks/>
          </p:cNvSpPr>
          <p:nvPr/>
        </p:nvSpPr>
        <p:spPr>
          <a:xfrm>
            <a:off x="228322" y="1358081"/>
            <a:ext cx="10485171" cy="37165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ko-KR"/>
            </a:defPPr>
            <a:lvl1pPr lvl="0" indent="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  <a:lvl2pPr marL="252000" lvl="1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2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2pPr>
            <a:lvl3pPr marL="252000" lvl="2" indent="-252000">
              <a:lnSpc>
                <a:spcPct val="110000"/>
              </a:lnSpc>
              <a:spcBef>
                <a:spcPts val="600"/>
              </a:spcBef>
              <a:buSzPct val="110000"/>
              <a:buFontTx/>
              <a:buBlip>
                <a:blip r:embed="rId3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3pPr>
            <a:lvl4pPr marL="252000" lvl="3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4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4pPr>
            <a:lvl5pPr marL="252000" lvl="4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5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5pPr>
            <a:lvl6pPr marL="252000" lvl="5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6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6pPr>
            <a:lvl7pPr marL="252000" lvl="6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7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7pPr>
            <a:lvl8pPr marL="252000" lvl="7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8"/>
              </a:buBlip>
              <a:defRPr spc="-5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8pPr>
            <a:lvl9pPr marL="252000" lvl="8" indent="-252000">
              <a:lnSpc>
                <a:spcPct val="110000"/>
              </a:lnSpc>
              <a:spcBef>
                <a:spcPts val="600"/>
              </a:spcBef>
              <a:buClr>
                <a:srgbClr val="8892AA"/>
              </a:buClr>
              <a:buSzPct val="110000"/>
              <a:buFontTx/>
              <a:buBlip>
                <a:blip r:embed="rId9"/>
              </a:buBlip>
              <a:defRPr spc="-50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9pPr>
          </a:lstStyle>
          <a:p>
            <a:pPr>
              <a:buSzPct val="120000"/>
            </a:pPr>
            <a:r>
              <a:rPr lang="ko-KR" altLang="en-US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실습 환경을 종료하</a:t>
            </a:r>
            <a:r>
              <a:rPr lang="ko-KR" altLang="en-US" sz="2200" b="1" spc="-15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여</a:t>
            </a:r>
            <a:r>
              <a:rPr lang="ko-KR" altLang="en-US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Oracle</a:t>
            </a:r>
            <a:r>
              <a:rPr lang="ko-KR" altLang="en-US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 실습 서버 프로세스가 차지한 </a:t>
            </a: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PC </a:t>
            </a:r>
            <a:r>
              <a:rPr lang="ko-KR" altLang="en-US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리소스를 해제 시킵니다</a:t>
            </a:r>
            <a:r>
              <a:rPr lang="en-US" altLang="ko-KR" sz="2200" b="1" spc="-150" dirty="0" smtClean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altLang="ko-KR" sz="2200" b="1" spc="-15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74701" y="1848705"/>
            <a:ext cx="8962639" cy="467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71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3124</TotalTime>
  <Words>228</Words>
  <Application>Microsoft Office PowerPoint</Application>
  <PresentationFormat>와이드스크린</PresentationFormat>
  <Paragraphs>47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18</vt:i4>
      </vt:variant>
    </vt:vector>
  </HeadingPairs>
  <TitlesOfParts>
    <vt:vector size="26" baseType="lpstr">
      <vt:lpstr>Arial Unicode MS</vt:lpstr>
      <vt:lpstr>나눔스퀘어</vt:lpstr>
      <vt:lpstr>맑은 고딕</vt:lpstr>
      <vt:lpstr>Arial</vt:lpstr>
      <vt:lpstr>Segoe UI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과정명</dc:title>
  <dc:creator>배준희</dc:creator>
  <cp:lastModifiedBy>student</cp:lastModifiedBy>
  <cp:revision>76</cp:revision>
  <dcterms:created xsi:type="dcterms:W3CDTF">2024-10-11T05:57:21Z</dcterms:created>
  <dcterms:modified xsi:type="dcterms:W3CDTF">2026-05-18T04:14:44Z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